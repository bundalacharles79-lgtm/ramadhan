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sldIdLst>
    <p:sldId id="595" r:id="rId2"/>
    <p:sldId id="599" r:id="rId3"/>
    <p:sldId id="601" r:id="rId4"/>
    <p:sldId id="589" r:id="rId5"/>
    <p:sldId id="59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78B994-A058-40D5-ADC7-E2F660D0C7A2}">
          <p14:sldIdLst>
            <p14:sldId id="595"/>
            <p14:sldId id="599"/>
            <p14:sldId id="601"/>
            <p14:sldId id="589"/>
            <p14:sldId id="5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>
      <p:cViewPr varScale="1">
        <p:scale>
          <a:sx n="69" d="100"/>
          <a:sy n="69" d="100"/>
        </p:scale>
        <p:origin x="13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913A-8E1E-41DD-948F-686AAEFC4C1B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3EC06-D553-4595-823A-3F3D606A0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8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43A09-2006-424B-B5C4-8FDAF1B52429}" type="datetime1">
              <a:rPr lang="en-US" smtClean="0"/>
              <a:t>1/23/2025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C8B5-2CA1-4941-8A59-830E2FFEC801}" type="datetime1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ECBAF-DF99-4FBC-994C-E7734C3CE936}" type="datetime1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D4C13-2E17-462A-8DFD-0920D0C0CA2A}" type="datetime1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548C-7CAE-4C7E-92FA-14C0E9856AE4}" type="datetime1">
              <a:rPr lang="en-US" smtClean="0"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2B65-D183-4E73-86F4-CB4719CCE74B}" type="datetime1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BF56-361E-4270-AF78-D214F4C8F8D2}" type="datetime1">
              <a:rPr lang="en-US" smtClean="0"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1885-E745-459C-8E23-33B6E53C3914}" type="datetime1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77A4-1834-4EED-B01C-4A4C2D777A35}" type="datetime1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87D5-450C-431C-9A54-EB6FAA95E00A}" type="datetime1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47A2-18BD-455A-AF06-14A7EC642782}" type="datetime1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Data Science: 1st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CB148EF-C564-471F-9927-04279366D647}" type="datetime1">
              <a:rPr lang="en-US" smtClean="0"/>
              <a:t>1/23/2025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/>
              <a:t>Advanced Data Science: 1st Presentation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9A7CF3C-25E9-4E10-B1ED-2924A4A13E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Data Model- Collections</a:t>
            </a:r>
          </a:p>
          <a:p>
            <a:pPr marL="313182" indent="-285750"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set of data organized in a JSON format documents. It is also called Binary Encoding of JSON (BSON) documents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a Collection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name of collection must obey the following rules:</a:t>
            </a:r>
          </a:p>
          <a:p>
            <a:pPr marL="313182" indent="-285750"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not contains $. Or null character</a:t>
            </a:r>
          </a:p>
          <a:p>
            <a:pPr marL="313182" indent="-285750"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not begins with  dot (.)</a:t>
            </a:r>
          </a:p>
          <a:p>
            <a:pPr marL="313182" indent="-285750"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not be an empty string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data records that organized in the JSON format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ABEC34-67AB-C65E-2C18-25C6BCF8F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255"/>
            <a:ext cx="7772400" cy="227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40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42672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CRUD Commands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Query Examples: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QUERIES with $rename, $unset Examples:</a:t>
            </a:r>
          </a:p>
          <a:p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db.students.updateMany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{},$rename:{“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nme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”:”name”})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567DB78-3AD4-52EA-B0C1-C9A3F2FE02CC}"/>
              </a:ext>
            </a:extLst>
          </p:cNvPr>
          <p:cNvSpPr txBox="1">
            <a:spLocks/>
          </p:cNvSpPr>
          <p:nvPr/>
        </p:nvSpPr>
        <p:spPr>
          <a:xfrm>
            <a:off x="4164158" y="671947"/>
            <a:ext cx="4827442" cy="6186054"/>
          </a:xfrm>
          <a:prstGeom prst="rect">
            <a:avLst/>
          </a:prstGeom>
        </p:spPr>
        <p:txBody>
          <a:bodyPr tIns="0" rtlCol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CRUD Commands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Query with $min, $max, $inc Examples: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78C512-6F84-1F59-32DC-DF5A6D7BC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33" y="1371600"/>
            <a:ext cx="3743325" cy="962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1690DA-A75F-4B1A-FD9F-DC314D3E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73" y="4081029"/>
            <a:ext cx="3571875" cy="2181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7916AD-E626-DDC9-BACF-C33E05ADF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071" y="1852179"/>
            <a:ext cx="42862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6868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CRUD Commands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Queries with Examples: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00A55-7128-BB8F-948A-38A0E60F9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607695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2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CRUD Commands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 Operators Examples: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13CC1-6723-E89A-61F5-A81DFEC14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371600"/>
            <a:ext cx="526732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04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837714" cy="5195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Big Data Analytics with MongoDB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595746"/>
            <a:ext cx="8991600" cy="6186054"/>
          </a:xfrm>
        </p:spPr>
        <p:txBody>
          <a:bodyPr rtlCol="0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-  QUERY Commands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Sort, skip, and limit functions Examples: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sorting, “1” stand for ascending order, and “-1” descending order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Fields Examples: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E2ABF-1CF7-E3DB-F3A4-8110329D6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9045"/>
            <a:ext cx="5076825" cy="1307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2027B2-239D-328B-83A8-3D355891A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432155"/>
            <a:ext cx="684085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98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16040</TotalTime>
  <Words>207</Words>
  <Application>Microsoft Office PowerPoint</Application>
  <PresentationFormat>On-screen Show (4:3)</PresentationFormat>
  <Paragraphs>80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Calibri</vt:lpstr>
      <vt:lpstr>Gill Sans MT</vt:lpstr>
      <vt:lpstr>Times New Roman</vt:lpstr>
      <vt:lpstr>Verdana</vt:lpstr>
      <vt:lpstr>Wingdings</vt:lpstr>
      <vt:lpstr>Wingdings 2</vt:lpstr>
      <vt:lpstr>Solstice</vt:lpstr>
      <vt:lpstr>Big Data Analytics with MongoDB</vt:lpstr>
      <vt:lpstr>Big Data Analytics with MongoDB</vt:lpstr>
      <vt:lpstr>Big Data Analytics with MongoDB</vt:lpstr>
      <vt:lpstr>Big Data Analytics with MongoDB</vt:lpstr>
      <vt:lpstr>Big Data Analytics with MongoDB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ARCHITECTURE ASSIGNMENT1</dc:title>
  <dc:creator>ALI KHELEF</dc:creator>
  <cp:lastModifiedBy>User</cp:lastModifiedBy>
  <cp:revision>1036</cp:revision>
  <dcterms:created xsi:type="dcterms:W3CDTF">2014-11-03T12:19:02Z</dcterms:created>
  <dcterms:modified xsi:type="dcterms:W3CDTF">2025-01-23T12:36:03Z</dcterms:modified>
</cp:coreProperties>
</file>