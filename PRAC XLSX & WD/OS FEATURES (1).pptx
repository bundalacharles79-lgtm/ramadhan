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6" r:id="rId1"/>
    <p:sldMasterId id="2147483687" r:id="rId2"/>
  </p:sldMasterIdLst>
  <p:notesMasterIdLst>
    <p:notesMasterId r:id="rId10"/>
  </p:notesMasterIdLst>
  <p:sldIdLst>
    <p:sldId id="280" r:id="rId3"/>
    <p:sldId id="291" r:id="rId4"/>
    <p:sldId id="292" r:id="rId5"/>
    <p:sldId id="293" r:id="rId6"/>
    <p:sldId id="294" r:id="rId7"/>
    <p:sldId id="289" r:id="rId8"/>
    <p:sldId id="290" r:id="rId9"/>
  </p:sldIdLst>
  <p:sldSz cx="12192000" cy="6858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5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5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85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5350139-8C1F-4809-9CB1-3283508EDE07}" type="slidenum">
              <a:t>‹#›</a:t>
            </a:fld>
            <a:endParaRPr/>
          </a:p>
        </p:txBody>
      </p:sp>
      <p:sp>
        <p:nvSpPr>
          <p:cNvPr id="1048686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02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48603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04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DC6A8AB-8119-4895-90A1-B381D54E48DF}" type="slidenum">
              <a:t>‹#›</a:t>
            </a:fld>
            <a:endParaRPr/>
          </a:p>
        </p:txBody>
      </p:sp>
      <p:sp>
        <p:nvSpPr>
          <p:cNvPr id="1048605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23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2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2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45BC76F-6E03-408E-984E-9E506F083138}" type="slidenum">
              <a:t>‹#›</a:t>
            </a:fld>
            <a:endParaRPr/>
          </a:p>
        </p:txBody>
      </p:sp>
      <p:sp>
        <p:nvSpPr>
          <p:cNvPr id="104872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28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29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30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31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8F648DE-3DD3-4E6C-8E6F-1AB22B896050}" type="slidenum">
              <a:t>‹#›</a:t>
            </a:fld>
            <a:endParaRPr/>
          </a:p>
        </p:txBody>
      </p:sp>
      <p:sp>
        <p:nvSpPr>
          <p:cNvPr id="1048732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34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35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C01C6F7-C1B9-4332-8EF8-E9AC5DE09A67}" type="slidenum">
              <a:t>‹#›</a:t>
            </a:fld>
            <a:endParaRPr/>
          </a:p>
        </p:txBody>
      </p:sp>
      <p:sp>
        <p:nvSpPr>
          <p:cNvPr id="1048736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PlaceHolder 1"/>
          <p:cNvSpPr>
            <a:spLocks noGrp="1"/>
          </p:cNvSpPr>
          <p:nvPr>
            <p:ph type="subTitle"/>
          </p:nvPr>
        </p:nvSpPr>
        <p:spPr>
          <a:xfrm>
            <a:off x="647640" y="25848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48688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89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E46F034-A06A-44BC-96B8-6F1D22B1C725}" type="slidenum">
              <a:t>‹#›</a:t>
            </a:fld>
            <a:endParaRPr/>
          </a:p>
        </p:txBody>
      </p:sp>
      <p:sp>
        <p:nvSpPr>
          <p:cNvPr id="1048690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38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39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40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41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42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47EE431-521B-49DB-8031-2E304D4AD63F}" type="slidenum">
              <a:t>‹#›</a:t>
            </a:fld>
            <a:endParaRPr/>
          </a:p>
        </p:txBody>
      </p:sp>
      <p:sp>
        <p:nvSpPr>
          <p:cNvPr id="1048743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4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46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47" name="PlaceHolder 4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48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49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F01A07F-7E7E-478E-A22C-FEF6C629D844}" type="slidenum">
              <a:t>‹#›</a:t>
            </a:fld>
            <a:endParaRPr/>
          </a:p>
        </p:txBody>
      </p:sp>
      <p:sp>
        <p:nvSpPr>
          <p:cNvPr id="1048750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10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11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12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13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14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5DCDF68-9507-43DF-A7B3-A6E3B123BC23}" type="slidenum">
              <a:t>‹#›</a:t>
            </a:fld>
            <a:endParaRPr/>
          </a:p>
        </p:txBody>
      </p:sp>
      <p:sp>
        <p:nvSpPr>
          <p:cNvPr id="1048715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17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18" name="PlaceHolder 3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19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20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22D931F-7E56-4BC2-B11E-616847B1FBA9}" type="slidenum">
              <a:t>‹#›</a:t>
            </a:fld>
            <a:endParaRPr/>
          </a:p>
        </p:txBody>
      </p:sp>
      <p:sp>
        <p:nvSpPr>
          <p:cNvPr id="1048721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02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03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04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05" name="PlaceHolder 5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706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707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D4D6876-200E-40E6-802D-DD969A45273C}" type="slidenum">
              <a:t>‹#›</a:t>
            </a:fld>
            <a:endParaRPr/>
          </a:p>
        </p:txBody>
      </p:sp>
      <p:sp>
        <p:nvSpPr>
          <p:cNvPr id="1048708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92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93" name="PlaceHolder 3"/>
          <p:cNvSpPr>
            <a:spLocks noGrp="1"/>
          </p:cNvSpPr>
          <p:nvPr>
            <p:ph/>
          </p:nvPr>
        </p:nvSpPr>
        <p:spPr>
          <a:xfrm>
            <a:off x="420300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94" name="PlaceHolder 4"/>
          <p:cNvSpPr>
            <a:spLocks noGrp="1"/>
          </p:cNvSpPr>
          <p:nvPr>
            <p:ph/>
          </p:nvPr>
        </p:nvSpPr>
        <p:spPr>
          <a:xfrm>
            <a:off x="775872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95" name="PlaceHolder 5"/>
          <p:cNvSpPr>
            <a:spLocks noGrp="1"/>
          </p:cNvSpPr>
          <p:nvPr>
            <p:ph/>
          </p:nvPr>
        </p:nvSpPr>
        <p:spPr>
          <a:xfrm>
            <a:off x="6476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96" name="PlaceHolder 6"/>
          <p:cNvSpPr>
            <a:spLocks noGrp="1"/>
          </p:cNvSpPr>
          <p:nvPr>
            <p:ph/>
          </p:nvPr>
        </p:nvSpPr>
        <p:spPr>
          <a:xfrm>
            <a:off x="420300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97" name="PlaceHolder 7"/>
          <p:cNvSpPr>
            <a:spLocks noGrp="1"/>
          </p:cNvSpPr>
          <p:nvPr>
            <p:ph/>
          </p:nvPr>
        </p:nvSpPr>
        <p:spPr>
          <a:xfrm>
            <a:off x="775872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98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99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82886E8-3748-4BD5-ACF1-54ED39ED9F78}" type="slidenum">
              <a:t>‹#›</a:t>
            </a:fld>
            <a:endParaRPr/>
          </a:p>
        </p:txBody>
      </p:sp>
      <p:sp>
        <p:nvSpPr>
          <p:cNvPr id="1048700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582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5E360F-CF17-4BAD-ABBF-DEBAD5CF3E4D}" type="slidenum">
              <a:t>‹#›</a:t>
            </a:fld>
            <a:endParaRPr/>
          </a:p>
        </p:txBody>
      </p:sp>
      <p:sp>
        <p:nvSpPr>
          <p:cNvPr id="1048583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63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4866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6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B313B4A-A018-48D4-AD70-B84B0C5777A5}" type="slidenum">
              <a:t>‹#›</a:t>
            </a:fld>
            <a:endParaRPr/>
          </a:p>
        </p:txBody>
      </p:sp>
      <p:sp>
        <p:nvSpPr>
          <p:cNvPr id="104866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58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59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60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8A59838-2AC4-4F63-BE41-1A290FAEFAFD}" type="slidenum">
              <a:t>‹#›</a:t>
            </a:fld>
            <a:endParaRPr/>
          </a:p>
        </p:txBody>
      </p:sp>
      <p:sp>
        <p:nvSpPr>
          <p:cNvPr id="1048661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79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80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81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82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032BD9C-2696-4C2D-83FE-ABEB9CEB0352}" type="slidenum">
              <a:t>‹#›</a:t>
            </a:fld>
            <a:endParaRPr/>
          </a:p>
        </p:txBody>
      </p:sp>
      <p:sp>
        <p:nvSpPr>
          <p:cNvPr id="1048683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75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76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D1EEC5E-7FFB-4AD7-8F8F-6883747F6DC9}" type="slidenum">
              <a:t>‹#›</a:t>
            </a:fld>
            <a:endParaRPr/>
          </a:p>
        </p:txBody>
      </p:sp>
      <p:sp>
        <p:nvSpPr>
          <p:cNvPr id="1048677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PlaceHolder 1"/>
          <p:cNvSpPr>
            <a:spLocks noGrp="1"/>
          </p:cNvSpPr>
          <p:nvPr>
            <p:ph type="subTitle"/>
          </p:nvPr>
        </p:nvSpPr>
        <p:spPr>
          <a:xfrm>
            <a:off x="647640" y="25848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048616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17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53085F4-A108-4269-B76B-88AF907AF894}" type="slidenum">
              <a:t>‹#›</a:t>
            </a:fld>
            <a:endParaRPr/>
          </a:p>
        </p:txBody>
      </p:sp>
      <p:sp>
        <p:nvSpPr>
          <p:cNvPr id="1048618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68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69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70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71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72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B24752-F2D5-494F-8C9C-AD7FAE20EE0D}" type="slidenum">
              <a:t>‹#›</a:t>
            </a:fld>
            <a:endParaRPr/>
          </a:p>
        </p:txBody>
      </p:sp>
      <p:sp>
        <p:nvSpPr>
          <p:cNvPr id="1048673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38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39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40" name="PlaceHolder 4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41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42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2BFBD2F-64D2-4A43-842B-24FDB47E0085}" type="slidenum">
              <a:t>‹#›</a:t>
            </a:fld>
            <a:endParaRPr/>
          </a:p>
        </p:txBody>
      </p:sp>
      <p:sp>
        <p:nvSpPr>
          <p:cNvPr id="1048643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4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46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47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48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49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099F679-AB9B-4012-A149-1FD179D18FC4}" type="slidenum">
              <a:t>‹#›</a:t>
            </a:fld>
            <a:endParaRPr/>
          </a:p>
        </p:txBody>
      </p:sp>
      <p:sp>
        <p:nvSpPr>
          <p:cNvPr id="1048650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52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53" name="PlaceHolder 3"/>
          <p:cNvSpPr>
            <a:spLocks noGrp="1"/>
          </p:cNvSpPr>
          <p:nvPr>
            <p:ph/>
          </p:nvPr>
        </p:nvSpPr>
        <p:spPr>
          <a:xfrm>
            <a:off x="64764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54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55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6069956-843A-4934-8C56-DDD1CA3D3E72}" type="slidenum">
              <a:t>‹#›</a:t>
            </a:fld>
            <a:endParaRPr/>
          </a:p>
        </p:txBody>
      </p:sp>
      <p:sp>
        <p:nvSpPr>
          <p:cNvPr id="1048656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30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31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32" name="PlaceHolder 4"/>
          <p:cNvSpPr>
            <a:spLocks noGrp="1"/>
          </p:cNvSpPr>
          <p:nvPr>
            <p:ph/>
          </p:nvPr>
        </p:nvSpPr>
        <p:spPr>
          <a:xfrm>
            <a:off x="64764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33" name="PlaceHolder 5"/>
          <p:cNvSpPr>
            <a:spLocks noGrp="1"/>
          </p:cNvSpPr>
          <p:nvPr>
            <p:ph/>
          </p:nvPr>
        </p:nvSpPr>
        <p:spPr>
          <a:xfrm>
            <a:off x="603576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34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35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CBDD49C-E09B-4267-A644-B6C380B4E274}" type="slidenum">
              <a:t>‹#›</a:t>
            </a:fld>
            <a:endParaRPr/>
          </a:p>
        </p:txBody>
      </p:sp>
      <p:sp>
        <p:nvSpPr>
          <p:cNvPr id="1048636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20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21" name="PlaceHolder 3"/>
          <p:cNvSpPr>
            <a:spLocks noGrp="1"/>
          </p:cNvSpPr>
          <p:nvPr>
            <p:ph/>
          </p:nvPr>
        </p:nvSpPr>
        <p:spPr>
          <a:xfrm>
            <a:off x="420300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22" name="PlaceHolder 4"/>
          <p:cNvSpPr>
            <a:spLocks noGrp="1"/>
          </p:cNvSpPr>
          <p:nvPr>
            <p:ph/>
          </p:nvPr>
        </p:nvSpPr>
        <p:spPr>
          <a:xfrm>
            <a:off x="775872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23" name="PlaceHolder 5"/>
          <p:cNvSpPr>
            <a:spLocks noGrp="1"/>
          </p:cNvSpPr>
          <p:nvPr>
            <p:ph/>
          </p:nvPr>
        </p:nvSpPr>
        <p:spPr>
          <a:xfrm>
            <a:off x="6476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24" name="PlaceHolder 6"/>
          <p:cNvSpPr>
            <a:spLocks noGrp="1"/>
          </p:cNvSpPr>
          <p:nvPr>
            <p:ph/>
          </p:nvPr>
        </p:nvSpPr>
        <p:spPr>
          <a:xfrm>
            <a:off x="420300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25" name="PlaceHolder 7"/>
          <p:cNvSpPr>
            <a:spLocks noGrp="1"/>
          </p:cNvSpPr>
          <p:nvPr>
            <p:ph/>
          </p:nvPr>
        </p:nvSpPr>
        <p:spPr>
          <a:xfrm>
            <a:off x="775872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26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48627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E1C2D1E-120B-4AF4-815E-6FB89D2668CB}" type="slidenum">
              <a:t>‹#›</a:t>
            </a:fld>
            <a:endParaRPr/>
          </a:p>
        </p:txBody>
      </p:sp>
      <p:sp>
        <p:nvSpPr>
          <p:cNvPr id="1048628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88000"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6000" b="0" strike="noStrike" spc="-1">
                <a:solidFill>
                  <a:srgbClr val="000000"/>
                </a:solidFill>
                <a:latin typeface="Arial Black" panose="020B0A04020102020204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597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</a:p>
        </p:txBody>
      </p:sp>
      <p:sp>
        <p:nvSpPr>
          <p:cNvPr id="1048598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</a:p>
        </p:txBody>
      </p:sp>
      <p:sp>
        <p:nvSpPr>
          <p:cNvPr id="1048599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104860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400" b="1" strike="noStrike" spc="-1">
                <a:solidFill>
                  <a:srgbClr val="000000"/>
                </a:solidFill>
                <a:latin typeface="Arial Black" panose="020B0A04020102020204"/>
              </a:rPr>
              <a:t>Click to edit Master title style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577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404040"/>
              </a:buClr>
              <a:buFont typeface="Arial" panose="020B0604020202020204"/>
              <a:buChar char="•"/>
            </a:pPr>
            <a:r>
              <a:rPr lang="en-US" sz="2000" b="0" strike="noStrike" spc="-1">
                <a:solidFill>
                  <a:srgbClr val="404040"/>
                </a:solidFill>
                <a:latin typeface="Arial" panose="020B0604020202020204"/>
              </a:rPr>
              <a:t>Click to edit Master text styles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</a:pPr>
            <a:r>
              <a:rPr lang="en-US" sz="1800" b="0" strike="noStrike" spc="-1">
                <a:solidFill>
                  <a:srgbClr val="404040"/>
                </a:solidFill>
                <a:latin typeface="Arial" panose="020B0604020202020204"/>
              </a:rPr>
              <a:t>Second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</a:pPr>
            <a:r>
              <a:rPr lang="en-US" sz="1600" b="0" strike="noStrike" spc="-1">
                <a:solidFill>
                  <a:srgbClr val="404040"/>
                </a:solidFill>
                <a:latin typeface="Arial" panose="020B0604020202020204"/>
              </a:rPr>
              <a:t>Third level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</a:pPr>
            <a:r>
              <a:rPr lang="en-US" sz="1600" b="0" strike="noStrike" spc="-1">
                <a:solidFill>
                  <a:srgbClr val="404040"/>
                </a:solidFill>
                <a:latin typeface="Arial" panose="020B0604020202020204"/>
              </a:rPr>
              <a:t>Fourth level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</a:pPr>
            <a:r>
              <a:rPr lang="en-US" sz="1600" b="0" strike="noStrike" spc="-1">
                <a:solidFill>
                  <a:srgbClr val="404040"/>
                </a:solidFill>
                <a:latin typeface="Arial" panose="020B0604020202020204"/>
              </a:rPr>
              <a:t>Fifth level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57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</a:p>
        </p:txBody>
      </p:sp>
      <p:sp>
        <p:nvSpPr>
          <p:cNvPr id="104857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</a:p>
        </p:txBody>
      </p:sp>
      <p:sp>
        <p:nvSpPr>
          <p:cNvPr id="104858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Times New Roman" panose="02020603050405020304"/>
              </a:rPr>
              <a:t>Describe Features of Linux Operating system in management of server</a:t>
            </a: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6645-889E-37D3-AC27-7B79E592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j </a:t>
            </a:r>
            <a:r>
              <a:rPr lang="en-US" dirty="0" err="1"/>
              <a:t>jnoi</a:t>
            </a:r>
            <a:r>
              <a:rPr lang="en-US" dirty="0"/>
              <a:t> j </a:t>
            </a:r>
            <a:r>
              <a:rPr lang="en-US" dirty="0" err="1"/>
              <a:t>j</a:t>
            </a:r>
            <a:r>
              <a:rPr lang="en-US" dirty="0"/>
              <a:t> </a:t>
            </a:r>
            <a:r>
              <a:rPr lang="en-US" dirty="0" err="1"/>
              <a:t>bubl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63FA7-5675-F3A3-BAC1-72668B436BE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dirty="0"/>
              <a:t>J </a:t>
            </a:r>
            <a:r>
              <a:rPr lang="en-US" dirty="0" err="1"/>
              <a:t>pnj</a:t>
            </a:r>
            <a:r>
              <a:rPr lang="en-US" dirty="0"/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382507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14C80-7ADB-8786-438C-249CD5288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70864-F26C-9747-A670-C693B26A8B44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3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65153-5D58-70D7-651E-ACA90C97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FB4BD-2658-84E5-E91B-81E7D5AAAA86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82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4AEB-3FD0-DC87-9A36-EEE82245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57384-9872-A48C-F739-DDD70394B726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02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800" b="1" strike="noStrike" spc="-1">
                <a:solidFill>
                  <a:srgbClr val="000000"/>
                </a:solidFill>
                <a:latin typeface="Times New Roman" panose="02020603050405020304"/>
              </a:rPr>
              <a:t>Linux Components...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12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500"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000000"/>
                </a:solidFill>
                <a:latin typeface="Times New Roman" panose="02020603050405020304"/>
              </a:rPr>
              <a:t>Applications: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404040"/>
                </a:solidFill>
                <a:latin typeface="Times New Roman" panose="02020603050405020304"/>
              </a:rPr>
              <a:t>Applications are software programs that run on the Linux operating system.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404040"/>
                </a:solidFill>
                <a:latin typeface="Times New Roman" panose="02020603050405020304"/>
              </a:rPr>
              <a:t> Linux supports a wide range of applications, including web browsers, office suites, media players, and development tools.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000000"/>
                </a:solidFill>
                <a:latin typeface="Times New Roman" panose="02020603050405020304"/>
              </a:rPr>
              <a:t>Services: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404040"/>
                </a:solidFill>
                <a:latin typeface="Times New Roman" panose="02020603050405020304"/>
              </a:rPr>
              <a:t>Services are background processes that run on the Linux system.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404040"/>
                </a:solidFill>
                <a:latin typeface="Times New Roman" panose="02020603050405020304"/>
              </a:rPr>
              <a:t>They provide various functions, such as networking, printing, and system monitoring.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404040"/>
                </a:solidFill>
                <a:latin typeface="Times New Roman" panose="02020603050405020304"/>
              </a:rPr>
              <a:t>Services can be managed using the Linux init system or the systemd system and service manager.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800" b="1" strike="noStrike" spc="-1">
                <a:solidFill>
                  <a:srgbClr val="000000"/>
                </a:solidFill>
                <a:latin typeface="Times New Roman" panose="02020603050405020304"/>
              </a:rPr>
              <a:t>Linux Components...</a:t>
            </a:r>
            <a:endParaRPr lang="en-US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8614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rgbClr val="000000"/>
                </a:solidFill>
                <a:latin typeface="Arial" panose="020B0604020202020204"/>
              </a:rPr>
              <a:t>Utilities: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404040"/>
                </a:solidFill>
                <a:latin typeface="Arial" panose="020B0604020202020204"/>
              </a:rPr>
              <a:t>Utilities are small programs that perform specific tasks on the Linux system.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404040"/>
                </a:solidFill>
                <a:latin typeface="Arial" panose="020B0604020202020204"/>
              </a:rPr>
              <a:t>They can be used for system maintenance, file management, or network management.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404040"/>
                </a:solidFill>
                <a:latin typeface="Arial" panose="020B0604020202020204"/>
              </a:rPr>
              <a:t>Examples of Linux utilities include 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90" b="0" strike="noStrike" spc="-1">
                <a:solidFill>
                  <a:srgbClr val="404040"/>
                </a:solidFill>
                <a:latin typeface="Arial" panose="020B0604020202020204"/>
              </a:rPr>
              <a:t>grep,</a:t>
            </a:r>
            <a:endParaRPr lang="en-US" sz="2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90" b="0" strike="noStrike" spc="-1">
                <a:solidFill>
                  <a:srgbClr val="404040"/>
                </a:solidFill>
                <a:latin typeface="Arial" panose="020B0604020202020204"/>
              </a:rPr>
              <a:t>sed, </a:t>
            </a:r>
            <a:endParaRPr lang="en-US" sz="2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90" b="0" strike="noStrike" spc="-1">
                <a:solidFill>
                  <a:srgbClr val="404040"/>
                </a:solidFill>
                <a:latin typeface="Arial" panose="020B0604020202020204"/>
              </a:rPr>
              <a:t>awk, and </a:t>
            </a:r>
            <a:endParaRPr lang="en-US" sz="2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90" b="0" strike="noStrike" spc="-1">
                <a:solidFill>
                  <a:srgbClr val="404040"/>
                </a:solidFill>
                <a:latin typeface="Arial" panose="020B0604020202020204"/>
              </a:rPr>
              <a:t>tar.</a:t>
            </a:r>
            <a:endParaRPr lang="en-US" sz="2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 spd="slow">
    <p:wheel spokes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Calibri</vt:lpstr>
      <vt:lpstr>Symbol</vt:lpstr>
      <vt:lpstr>Times New Roman</vt:lpstr>
      <vt:lpstr>Wingdings</vt:lpstr>
      <vt:lpstr>Office Theme</vt:lpstr>
      <vt:lpstr>Office Theme</vt:lpstr>
      <vt:lpstr>Describe Features of Linux Operating system in management of server</vt:lpstr>
      <vt:lpstr> j jnoi j j bubl </vt:lpstr>
      <vt:lpstr>PowerPoint Presentation</vt:lpstr>
      <vt:lpstr>PowerPoint Presentation</vt:lpstr>
      <vt:lpstr>PowerPoint Presentation</vt:lpstr>
      <vt:lpstr>Linux Components...</vt:lpstr>
      <vt:lpstr>Linux Components...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rwehobeter</dc:creator>
  <cp:lastModifiedBy>user</cp:lastModifiedBy>
  <cp:revision>2</cp:revision>
  <dcterms:created xsi:type="dcterms:W3CDTF">2023-09-01T13:44:38Z</dcterms:created>
  <dcterms:modified xsi:type="dcterms:W3CDTF">2025-06-01T11:52:12Z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1033-11.1.0.11704</vt:lpwstr>
  </property>
  <property fmtid="{D5CDD505-2E9C-101B-9397-08002B2CF9AE}" pid="3" name="PresentationFormat">
    <vt:lpwstr>宽屏</vt:lpwstr>
  </property>
  <property fmtid="{D5CDD505-2E9C-101B-9397-08002B2CF9AE}" pid="4" name="Slides">
    <vt:i4>12</vt:i4>
  </property>
  <property fmtid="{D5CDD505-2E9C-101B-9397-08002B2CF9AE}" pid="5" name="ICV">
    <vt:lpwstr>841353ab29ac4b198d1dd92d194a2192</vt:lpwstr>
  </property>
</Properties>
</file>