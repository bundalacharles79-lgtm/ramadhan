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handoutMasters/handoutMaster1.xml" ContentType="application/vnd.openxmlformats-officedocument.presentationml.handoutMaster+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handoutMasterIdLst>
    <p:handoutMasterId r:id="rId3"/>
  </p:handoutMasterIdLst>
  <p:sldIdLst>
    <p:sldId id="257" r:id="rId4"/>
    <p:sldId id="258" r:id="rId5"/>
    <p:sldId id="259" r:id="rId6"/>
    <p:sldId id="260" r:id="rId7"/>
    <p:sldId id="261" r:id="rId8"/>
    <p:sldId id="262" r:id="rId9"/>
    <p:sldId id="263" r:id="rId10"/>
    <p:sldId id="264" r:id="rId11"/>
    <p:sldId id="265" r:id="rId12"/>
    <p:sldId id="266" r:id="rId13"/>
    <p:sldId id="267" r:id="rId14"/>
  </p:sldIdLst>
  <p:sldSz type="screen16x9" cy="6858000" cx="12192000"/>
  <p:notesSz cx="7103745" cy="10234295"/>
  <p:defaultTextStyle>
    <a:defPPr>
      <a:defRPr lang="zh-CN"/>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clrMru>
    <a:srgbClr val="B2B2B2"/>
    <a:srgbClr val="202020"/>
    <a:srgbClr val="323232"/>
    <a:srgbClr val="CC3300"/>
    <a:srgbClr val="CC0000"/>
    <a:srgbClr val="FF3300"/>
    <a:srgbClr val="990000"/>
    <a:srgbClr val="FF8D41"/>
    <a:srgbClr val="FF6600"/>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2278" autoAdjust="0"/>
    <p:restoredTop sz="94660"/>
  </p:normalViewPr>
  <p:slideViewPr>
    <p:cSldViewPr showGuides="1" snapToGrid="0">
      <p:cViewPr varScale="1">
        <p:scale>
          <a:sx n="75" d="100"/>
          <a:sy n="75" d="100"/>
        </p:scale>
        <p:origin x="90" y="96"/>
      </p:cViewPr>
      <p:guideLst>
        <p:guide orient="horz" pos="2160"/>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tableStyles" Target="tableStyles.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47" name=""/>
        <p:cNvGrpSpPr/>
        <p:nvPr/>
      </p:nvGrpSpPr>
      <p:grpSpPr>
        <a:xfrm>
          <a:off x="0" y="0"/>
          <a:ext cx="0" cy="0"/>
          <a:chOff x="0" y="0"/>
          <a:chExt cx="0" cy="0"/>
        </a:xfrm>
      </p:grpSpPr>
      <p:sp>
        <p:nvSpPr>
          <p:cNvPr id="1048658" name="页眉占位符 1"/>
          <p:cNvSpPr>
            <a:spLocks noGrp="1"/>
          </p:cNvSpPr>
          <p:nvPr>
            <p:ph type="hdr" sz="quarter"/>
          </p:nvPr>
        </p:nvSpPr>
        <p:spPr>
          <a:xfrm>
            <a:off x="0" y="0"/>
            <a:ext cx="3078290" cy="513492"/>
          </a:xfrm>
          <a:prstGeom prst="rect"/>
        </p:spPr>
        <p:txBody>
          <a:bodyPr bIns="45720" lIns="91440" rIns="91440" rtlCol="0" tIns="45720" vert="horz"/>
          <a:lstStyle>
            <a:lvl1pPr algn="l">
              <a:defRPr sz="1245"/>
            </a:lvl1pPr>
          </a:lstStyle>
          <a:p>
            <a:endParaRPr altLang="en-US" lang="zh-CN"/>
          </a:p>
        </p:txBody>
      </p:sp>
      <p:sp>
        <p:nvSpPr>
          <p:cNvPr id="1048659" name="日期占位符 2"/>
          <p:cNvSpPr>
            <a:spLocks noGrp="1"/>
          </p:cNvSpPr>
          <p:nvPr>
            <p:ph type="dt" sz="quarter" idx="1"/>
          </p:nvPr>
        </p:nvSpPr>
        <p:spPr>
          <a:xfrm>
            <a:off x="4023812" y="0"/>
            <a:ext cx="3078290" cy="513492"/>
          </a:xfrm>
          <a:prstGeom prst="rect"/>
        </p:spPr>
        <p:txBody>
          <a:bodyPr bIns="45720" lIns="91440" rIns="91440" rtlCol="0" tIns="45720" vert="horz"/>
          <a:lstStyle>
            <a:lvl1pPr algn="r">
              <a:defRPr sz="1245"/>
            </a:lvl1pPr>
          </a:lstStyle>
          <a:p>
            <a:fld id="{0F9B84EA-7D68-4D60-9CB1-D50884785D1C}" type="datetimeFigureOut">
              <a:rPr altLang="en-US" lang="zh-CN" smtClean="0"/>
            </a:fld>
            <a:endParaRPr altLang="en-US" lang="zh-CN"/>
          </a:p>
        </p:txBody>
      </p:sp>
      <p:sp>
        <p:nvSpPr>
          <p:cNvPr id="1048660" name="页脚占位符 3"/>
          <p:cNvSpPr>
            <a:spLocks noGrp="1"/>
          </p:cNvSpPr>
          <p:nvPr>
            <p:ph type="ftr" sz="quarter" idx="2"/>
          </p:nvPr>
        </p:nvSpPr>
        <p:spPr>
          <a:xfrm>
            <a:off x="0" y="9720804"/>
            <a:ext cx="3078290" cy="513491"/>
          </a:xfrm>
          <a:prstGeom prst="rect"/>
        </p:spPr>
        <p:txBody>
          <a:bodyPr anchor="b" bIns="45720" lIns="91440" rIns="91440" rtlCol="0" tIns="45720" vert="horz"/>
          <a:lstStyle>
            <a:lvl1pPr algn="l">
              <a:defRPr sz="1245"/>
            </a:lvl1pPr>
          </a:lstStyle>
          <a:p>
            <a:endParaRPr altLang="en-US" lang="zh-CN"/>
          </a:p>
        </p:txBody>
      </p:sp>
      <p:sp>
        <p:nvSpPr>
          <p:cNvPr id="1048661" name="灯片编号占位符 4"/>
          <p:cNvSpPr>
            <a:spLocks noGrp="1"/>
          </p:cNvSpPr>
          <p:nvPr>
            <p:ph type="sldNum" sz="quarter" idx="3"/>
          </p:nvPr>
        </p:nvSpPr>
        <p:spPr>
          <a:xfrm>
            <a:off x="4023812" y="9720804"/>
            <a:ext cx="3078290" cy="513491"/>
          </a:xfrm>
          <a:prstGeom prst="rect"/>
        </p:spPr>
        <p:txBody>
          <a:bodyPr anchor="b" bIns="45720" lIns="91440" rIns="91440" rtlCol="0" tIns="45720" vert="horz"/>
          <a:lstStyle>
            <a:lvl1pPr algn="r">
              <a:defRPr sz="1245"/>
            </a:lvl1pPr>
          </a:lstStyle>
          <a:p>
            <a:fld id="{8D4E0FC9-F1F8-4FAE-9988-3BA365CFD46F}" type="slidenum">
              <a:rPr altLang="en-US" lang="zh-CN" smtClean="0"/>
            </a:fld>
            <a:endParaRPr altLang="en-US" lang="zh-CN"/>
          </a:p>
        </p:txBody>
      </p:sp>
    </p:spTree>
  </p:cSld>
  <p:clrMap accent1="accent1" accent2="accent2" accent3="accent3" accent4="accent4" accent5="accent5" accent6="accent6" bg1="lt1" bg2="lt2" tx1="dk1" tx2="dk2"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6" name=""/>
        <p:cNvGrpSpPr/>
        <p:nvPr/>
      </p:nvGrpSpPr>
      <p:grpSpPr>
        <a:xfrm>
          <a:off x="0" y="0"/>
          <a:ext cx="0" cy="0"/>
          <a:chOff x="0" y="0"/>
          <a:chExt cx="0" cy="0"/>
        </a:xfrm>
      </p:grpSpPr>
      <p:sp>
        <p:nvSpPr>
          <p:cNvPr id="1048652" name="页眉占位符 1"/>
          <p:cNvSpPr>
            <a:spLocks noGrp="1"/>
          </p:cNvSpPr>
          <p:nvPr>
            <p:ph type="hdr" sz="quarter"/>
          </p:nvPr>
        </p:nvSpPr>
        <p:spPr>
          <a:xfrm>
            <a:off x="0" y="0"/>
            <a:ext cx="3078163" cy="512763"/>
          </a:xfrm>
          <a:prstGeom prst="rect"/>
        </p:spPr>
        <p:txBody>
          <a:bodyPr bIns="45720" lIns="91440" rIns="91440" rtlCol="0" tIns="45720" vert="horz"/>
          <a:lstStyle>
            <a:lvl1pPr algn="l">
              <a:defRPr sz="1200"/>
            </a:lvl1pPr>
          </a:lstStyle>
          <a:p>
            <a:endParaRPr altLang="en-US" lang="zh-CN"/>
          </a:p>
        </p:txBody>
      </p:sp>
      <p:sp>
        <p:nvSpPr>
          <p:cNvPr id="1048653" name="日期占位符 2"/>
          <p:cNvSpPr>
            <a:spLocks noGrp="1"/>
          </p:cNvSpPr>
          <p:nvPr>
            <p:ph type="dt" idx="1"/>
          </p:nvPr>
        </p:nvSpPr>
        <p:spPr>
          <a:xfrm>
            <a:off x="4024313" y="0"/>
            <a:ext cx="3078162" cy="512763"/>
          </a:xfrm>
          <a:prstGeom prst="rect"/>
        </p:spPr>
        <p:txBody>
          <a:bodyPr bIns="45720" lIns="91440" rIns="91440" rtlCol="0" tIns="45720" vert="horz"/>
          <a:lstStyle>
            <a:lvl1pPr algn="r">
              <a:defRPr sz="1200"/>
            </a:lvl1pPr>
          </a:lstStyle>
          <a:p>
            <a:fld id="{D6C8D182-E4C8-4120-9249-FC9774456FFA}" type="datetimeFigureOut">
              <a:rPr altLang="en-US" lang="zh-CN" smtClean="0"/>
            </a:fld>
            <a:endParaRPr altLang="en-US" lang="zh-CN"/>
          </a:p>
        </p:txBody>
      </p:sp>
      <p:sp>
        <p:nvSpPr>
          <p:cNvPr id="1048654" name="幻灯片图像占位符 3"/>
          <p:cNvSpPr>
            <a:spLocks noChangeAspect="1" noRot="1" noGrp="1"/>
          </p:cNvSpPr>
          <p:nvPr>
            <p:ph type="sldImg" idx="2"/>
          </p:nvPr>
        </p:nvSpPr>
        <p:spPr>
          <a:xfrm>
            <a:off x="482600" y="1279525"/>
            <a:ext cx="6140450" cy="3454400"/>
          </a:xfrm>
          <a:prstGeom prst="rect"/>
          <a:noFill/>
          <a:ln w="12700">
            <a:solidFill>
              <a:prstClr val="black"/>
            </a:solidFill>
          </a:ln>
        </p:spPr>
        <p:txBody>
          <a:bodyPr anchor="ctr" bIns="45720" lIns="91440" rIns="91440" rtlCol="0" tIns="45720" vert="horz"/>
          <a:p>
            <a:endParaRPr altLang="en-US" lang="zh-CN"/>
          </a:p>
        </p:txBody>
      </p:sp>
      <p:sp>
        <p:nvSpPr>
          <p:cNvPr id="1048655" name="备注占位符 4"/>
          <p:cNvSpPr>
            <a:spLocks noGrp="1"/>
          </p:cNvSpPr>
          <p:nvPr>
            <p:ph type="body" sz="quarter" idx="3"/>
          </p:nvPr>
        </p:nvSpPr>
        <p:spPr>
          <a:xfrm>
            <a:off x="711200" y="4926013"/>
            <a:ext cx="5683250" cy="4029075"/>
          </a:xfrm>
          <a:prstGeom prst="rect"/>
        </p:spPr>
        <p:txBody>
          <a:bodyPr bIns="45720" lIns="91440" rIns="91440" rtlCol="0" tIns="45720" vert="horz"/>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656" name="页脚占位符 5"/>
          <p:cNvSpPr>
            <a:spLocks noGrp="1"/>
          </p:cNvSpPr>
          <p:nvPr>
            <p:ph type="ftr" sz="quarter" idx="4"/>
          </p:nvPr>
        </p:nvSpPr>
        <p:spPr>
          <a:xfrm>
            <a:off x="0" y="9721850"/>
            <a:ext cx="3078163" cy="512763"/>
          </a:xfrm>
          <a:prstGeom prst="rect"/>
        </p:spPr>
        <p:txBody>
          <a:bodyPr anchor="b" bIns="45720" lIns="91440" rIns="91440" rtlCol="0" tIns="45720" vert="horz"/>
          <a:lstStyle>
            <a:lvl1pPr algn="l">
              <a:defRPr sz="1200"/>
            </a:lvl1pPr>
          </a:lstStyle>
          <a:p>
            <a:endParaRPr altLang="en-US" lang="zh-CN"/>
          </a:p>
        </p:txBody>
      </p:sp>
      <p:sp>
        <p:nvSpPr>
          <p:cNvPr id="1048657" name="灯片编号占位符 6"/>
          <p:cNvSpPr>
            <a:spLocks noGrp="1"/>
          </p:cNvSpPr>
          <p:nvPr>
            <p:ph type="sldNum" sz="quarter" idx="5"/>
          </p:nvPr>
        </p:nvSpPr>
        <p:spPr>
          <a:xfrm>
            <a:off x="4024313" y="9721850"/>
            <a:ext cx="3078162" cy="512763"/>
          </a:xfrm>
          <a:prstGeom prst="rect"/>
        </p:spPr>
        <p:txBody>
          <a:bodyPr anchor="b" bIns="45720" lIns="91440" rIns="91440" rtlCol="0" tIns="45720" vert="horz"/>
          <a:lstStyle>
            <a:lvl1pPr algn="r">
              <a:defRPr sz="1200"/>
            </a:lvl1pPr>
          </a:lstStyle>
          <a:p>
            <a:fld id="{85D0DACE-38E0-42D2-9336-2B707D34BC6D}" type="slidenum">
              <a:rPr altLang="en-US" lang="zh-CN" smtClean="0"/>
            </a:fld>
            <a:endParaRPr altLang="en-US" lang="zh-C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33" name=""/>
        <p:cNvGrpSpPr/>
        <p:nvPr/>
      </p:nvGrpSpPr>
      <p:grpSpPr>
        <a:xfrm>
          <a:off x="0" y="0"/>
          <a:ext cx="0" cy="0"/>
          <a:chOff x="0" y="0"/>
          <a:chExt cx="0" cy="0"/>
        </a:xfrm>
      </p:grpSpPr>
      <p:sp>
        <p:nvSpPr>
          <p:cNvPr id="1048599" name="标题 1"/>
          <p:cNvSpPr>
            <a:spLocks noGrp="1"/>
          </p:cNvSpPr>
          <p:nvPr>
            <p:ph type="ctrTitle"/>
          </p:nvPr>
        </p:nvSpPr>
        <p:spPr>
          <a:xfrm>
            <a:off x="1524000" y="1322962"/>
            <a:ext cx="9144000" cy="2187001"/>
          </a:xfrm>
        </p:spPr>
        <p:txBody>
          <a:bodyPr anchor="b">
            <a:normAutofit/>
          </a:bodyPr>
          <a:lstStyle>
            <a:lvl1pPr algn="ctr">
              <a:lnSpc>
                <a:spcPct val="130000"/>
              </a:lnSpc>
              <a:defRPr sz="6000">
                <a:effectLst>
                  <a:outerShdw algn="tl" blurRad="38100" dir="2700000" dist="38100">
                    <a:srgbClr val="000000">
                      <a:alpha val="43137"/>
                    </a:srgbClr>
                  </a:outerShdw>
                </a:effectLst>
              </a:defRPr>
            </a:lvl1pPr>
          </a:lstStyle>
          <a:p>
            <a:r>
              <a:rPr altLang="en-US" dirty="0" lang="zh-CN">
                <a:sym typeface="+mn-ea"/>
              </a:rPr>
              <a:t>Click to edit Master title style</a:t>
            </a:r>
            <a:endParaRPr altLang="en-US" dirty="0" lang="zh-CN">
              <a:sym typeface="+mn-ea"/>
            </a:endParaRPr>
          </a:p>
        </p:txBody>
      </p:sp>
      <p:sp>
        <p:nvSpPr>
          <p:cNvPr id="1048600" name="日期占位符 3"/>
          <p:cNvSpPr>
            <a:spLocks noGrp="1"/>
          </p:cNvSpPr>
          <p:nvPr>
            <p:ph type="dt" sz="half" idx="10"/>
          </p:nvPr>
        </p:nvSpPr>
        <p:spPr/>
        <p:txBody>
          <a:bodyPr/>
          <a:p>
            <a:fld id="{760FBDFE-C587-4B4C-A407-44438C67B59E}" type="datetimeFigureOut">
              <a:rPr altLang="en-US" lang="zh-CN" smtClean="0"/>
            </a:fld>
            <a:endParaRPr altLang="en-US" lang="zh-CN"/>
          </a:p>
        </p:txBody>
      </p:sp>
      <p:sp>
        <p:nvSpPr>
          <p:cNvPr id="1048601" name="页脚占位符 4"/>
          <p:cNvSpPr>
            <a:spLocks noGrp="1"/>
          </p:cNvSpPr>
          <p:nvPr>
            <p:ph type="ftr" sz="quarter" idx="11"/>
          </p:nvPr>
        </p:nvSpPr>
        <p:spPr/>
        <p:txBody>
          <a:bodyPr/>
          <a:p>
            <a:endParaRPr altLang="en-US" lang="zh-CN"/>
          </a:p>
        </p:txBody>
      </p:sp>
      <p:sp>
        <p:nvSpPr>
          <p:cNvPr id="1048602" name="灯片编号占位符 5"/>
          <p:cNvSpPr>
            <a:spLocks noGrp="1"/>
          </p:cNvSpPr>
          <p:nvPr>
            <p:ph type="sldNum" sz="quarter" idx="12"/>
          </p:nvPr>
        </p:nvSpPr>
        <p:spPr/>
        <p:txBody>
          <a:bodyPr/>
          <a:p>
            <a:fld id="{49AE70B2-8BF9-45C0-BB95-33D1B9D3A854}" type="slidenum">
              <a:rPr altLang="en-US" lang="zh-CN" smtClean="0"/>
            </a:fld>
            <a:endParaRPr altLang="en-US" lang="zh-CN"/>
          </a:p>
        </p:txBody>
      </p:sp>
      <p:sp>
        <p:nvSpPr>
          <p:cNvPr id="1048603" name="副标题 2"/>
          <p:cNvSpPr>
            <a:spLocks noGrp="1"/>
          </p:cNvSpPr>
          <p:nvPr>
            <p:ph type="subTitle" idx="1"/>
          </p:nvPr>
        </p:nvSpPr>
        <p:spPr>
          <a:xfrm>
            <a:off x="1524000" y="3602038"/>
            <a:ext cx="9144000" cy="1655762"/>
          </a:xfrm>
        </p:spPr>
        <p:txBody>
          <a:bodyPr>
            <a:normAutofit/>
          </a:bodyPr>
          <a:lstStyle>
            <a:lvl1pPr algn="ctr" indent="0" marL="0">
              <a:buNone/>
              <a:defRPr sz="1800">
                <a:solidFill>
                  <a:schemeClr val="tx1">
                    <a:lumMod val="75000"/>
                    <a:lumOff val="25000"/>
                  </a:schemeClr>
                </a:solidFill>
                <a:effectLst/>
                <a:latin typeface="+mj-lt"/>
                <a:ea typeface="+mj-ea"/>
              </a:defRPr>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altLang="en-US" dirty="0" lang="zh-CN"/>
              <a:t>Click to edit Master subtitle style</a:t>
            </a:r>
            <a:endParaRPr altLang="en-US" dirty="0"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24" name=""/>
        <p:cNvGrpSpPr/>
        <p:nvPr/>
      </p:nvGrpSpPr>
      <p:grpSpPr>
        <a:xfrm>
          <a:off x="0" y="0"/>
          <a:ext cx="0" cy="0"/>
          <a:chOff x="0" y="0"/>
          <a:chExt cx="0" cy="0"/>
        </a:xfrm>
      </p:grpSpPr>
      <p:sp>
        <p:nvSpPr>
          <p:cNvPr id="1048581" name="标题 1"/>
          <p:cNvSpPr>
            <a:spLocks noGrp="1"/>
          </p:cNvSpPr>
          <p:nvPr>
            <p:ph type="title"/>
          </p:nvPr>
        </p:nvSpPr>
        <p:spPr>
          <a:xfrm>
            <a:off x="647700" y="258445"/>
            <a:ext cx="10515600" cy="1325563"/>
          </a:xfrm>
        </p:spPr>
        <p:txBody>
          <a:bodyPr anchor="ctr" anchorCtr="0">
            <a:normAutofit/>
          </a:bodyPr>
          <a:lstStyle>
            <a:lvl1pPr>
              <a:defRPr b="1" sz="2400">
                <a:effectLst>
                  <a:outerShdw algn="tl" blurRad="38100" dir="2700000" dist="38100">
                    <a:srgbClr val="000000">
                      <a:alpha val="43137"/>
                    </a:srgbClr>
                  </a:outerShdw>
                </a:effectLst>
              </a:defRPr>
            </a:lvl1pPr>
          </a:lstStyle>
          <a:p>
            <a:r>
              <a:rPr altLang="en-US" dirty="0" lang="zh-CN"/>
              <a:t>Click to edit Master title style</a:t>
            </a:r>
            <a:endParaRPr altLang="en-US" dirty="0" lang="zh-CN"/>
          </a:p>
        </p:txBody>
      </p:sp>
      <p:sp>
        <p:nvSpPr>
          <p:cNvPr id="1048582"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altLang="en-US" dirty="0" lang="zh-CN">
                <a:sym typeface="+mn-ea"/>
              </a:rPr>
              <a:t>Click to edit Master text styles</a:t>
            </a:r>
            <a:endParaRPr altLang="en-US" dirty="0" lang="zh-CN">
              <a:sym typeface="+mn-ea"/>
            </a:endParaRPr>
          </a:p>
          <a:p>
            <a:pPr lvl="1"/>
            <a:r>
              <a:rPr altLang="en-US" dirty="0" lang="zh-CN"/>
              <a:t>Second level</a:t>
            </a:r>
            <a:endParaRPr altLang="en-US" dirty="0" lang="zh-CN"/>
          </a:p>
          <a:p>
            <a:pPr lvl="2"/>
            <a:r>
              <a:rPr altLang="en-US" dirty="0" lang="zh-CN"/>
              <a:t>Third level</a:t>
            </a:r>
            <a:endParaRPr altLang="en-US" dirty="0" lang="zh-CN"/>
          </a:p>
          <a:p>
            <a:pPr lvl="3"/>
            <a:r>
              <a:rPr altLang="en-US" dirty="0" lang="zh-CN"/>
              <a:t>Fourth level</a:t>
            </a:r>
            <a:endParaRPr altLang="en-US" dirty="0" lang="zh-CN"/>
          </a:p>
          <a:p>
            <a:pPr lvl="4"/>
            <a:r>
              <a:rPr altLang="en-US" dirty="0" lang="zh-CN"/>
              <a:t>Fifth level</a:t>
            </a:r>
            <a:endParaRPr altLang="en-US" dirty="0" lang="zh-CN"/>
          </a:p>
        </p:txBody>
      </p:sp>
      <p:sp>
        <p:nvSpPr>
          <p:cNvPr id="1048583" name="日期占位符 3"/>
          <p:cNvSpPr>
            <a:spLocks noGrp="1"/>
          </p:cNvSpPr>
          <p:nvPr>
            <p:ph type="dt" sz="half" idx="10"/>
          </p:nvPr>
        </p:nvSpPr>
        <p:spPr/>
        <p:txBody>
          <a:bodyPr/>
          <a:p>
            <a:fld id="{760FBDFE-C587-4B4C-A407-44438C67B59E}" type="datetimeFigureOut">
              <a:rPr altLang="en-US" lang="zh-CN" smtClean="0"/>
            </a:fld>
            <a:endParaRPr altLang="en-US" lang="zh-CN"/>
          </a:p>
        </p:txBody>
      </p:sp>
      <p:sp>
        <p:nvSpPr>
          <p:cNvPr id="1048584" name="页脚占位符 4"/>
          <p:cNvSpPr>
            <a:spLocks noGrp="1"/>
          </p:cNvSpPr>
          <p:nvPr>
            <p:ph type="ftr" sz="quarter" idx="11"/>
          </p:nvPr>
        </p:nvSpPr>
        <p:spPr/>
        <p:txBody>
          <a:bodyPr/>
          <a:p>
            <a:endParaRPr altLang="en-US" lang="zh-CN"/>
          </a:p>
        </p:txBody>
      </p:sp>
      <p:sp>
        <p:nvSpPr>
          <p:cNvPr id="1048585" name="灯片编号占位符 5"/>
          <p:cNvSpPr>
            <a:spLocks noGrp="1"/>
          </p:cNvSpPr>
          <p:nvPr>
            <p:ph type="sldNum" sz="quarter" idx="12"/>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41" name=""/>
        <p:cNvGrpSpPr/>
        <p:nvPr/>
      </p:nvGrpSpPr>
      <p:grpSpPr>
        <a:xfrm>
          <a:off x="0" y="0"/>
          <a:ext cx="0" cy="0"/>
          <a:chOff x="0" y="0"/>
          <a:chExt cx="0" cy="0"/>
        </a:xfrm>
      </p:grpSpPr>
      <p:sp>
        <p:nvSpPr>
          <p:cNvPr id="1048624" name="标题 1"/>
          <p:cNvSpPr>
            <a:spLocks noGrp="1"/>
          </p:cNvSpPr>
          <p:nvPr>
            <p:ph type="title"/>
          </p:nvPr>
        </p:nvSpPr>
        <p:spPr>
          <a:xfrm>
            <a:off x="831850" y="3750945"/>
            <a:ext cx="9848088" cy="811530"/>
          </a:xfrm>
        </p:spPr>
        <p:txBody>
          <a:bodyPr anchor="b">
            <a:normAutofit/>
          </a:bodyPr>
          <a:lstStyle>
            <a:lvl1pPr>
              <a:defRPr sz="4000">
                <a:effectLst>
                  <a:outerShdw algn="tl" blurRad="38100" dir="2700000" dist="38100">
                    <a:srgbClr val="000000">
                      <a:alpha val="43137"/>
                    </a:srgbClr>
                  </a:outerShdw>
                </a:effectLst>
              </a:defRPr>
            </a:lvl1pPr>
          </a:lstStyle>
          <a:p>
            <a:r>
              <a:rPr altLang="en-US" dirty="0" lang="zh-CN"/>
              <a:t>Click to edit Master title style</a:t>
            </a:r>
            <a:endParaRPr altLang="en-US" dirty="0" lang="zh-CN"/>
          </a:p>
        </p:txBody>
      </p:sp>
      <p:sp>
        <p:nvSpPr>
          <p:cNvPr id="1048625" name="文本占位符 2"/>
          <p:cNvSpPr>
            <a:spLocks noGrp="1"/>
          </p:cNvSpPr>
          <p:nvPr>
            <p:ph type="body" idx="1"/>
          </p:nvPr>
        </p:nvSpPr>
        <p:spPr>
          <a:xfrm>
            <a:off x="831850" y="4610028"/>
            <a:ext cx="7321550" cy="647555"/>
          </a:xfrm>
        </p:spPr>
        <p:txBody>
          <a:bodyPr>
            <a:normAutofit/>
          </a:bodyPr>
          <a:lstStyle>
            <a:lvl1pPr indent="0" marL="0">
              <a:buNone/>
              <a:defRPr sz="1800">
                <a:solidFill>
                  <a:schemeClr val="tx1"/>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altLang="en-US" dirty="0" lang="zh-CN">
                <a:sym typeface="+mn-ea"/>
              </a:rPr>
              <a:t>Click to edit Master text styles</a:t>
            </a:r>
            <a:endParaRPr altLang="en-US" dirty="0" lang="zh-CN">
              <a:sym typeface="+mn-ea"/>
            </a:endParaRPr>
          </a:p>
        </p:txBody>
      </p:sp>
      <p:sp>
        <p:nvSpPr>
          <p:cNvPr id="1048626" name="日期占位符 3"/>
          <p:cNvSpPr>
            <a:spLocks noGrp="1"/>
          </p:cNvSpPr>
          <p:nvPr>
            <p:ph type="dt" sz="half" idx="10"/>
          </p:nvPr>
        </p:nvSpPr>
        <p:spPr/>
        <p:txBody>
          <a:bodyPr/>
          <a:p>
            <a:fld id="{760FBDFE-C587-4B4C-A407-44438C67B59E}" type="datetimeFigureOut">
              <a:rPr altLang="en-US" lang="zh-CN" smtClean="0"/>
            </a:fld>
            <a:endParaRPr altLang="en-US" lang="zh-CN"/>
          </a:p>
        </p:txBody>
      </p:sp>
      <p:sp>
        <p:nvSpPr>
          <p:cNvPr id="1048627" name="页脚占位符 4"/>
          <p:cNvSpPr>
            <a:spLocks noGrp="1"/>
          </p:cNvSpPr>
          <p:nvPr>
            <p:ph type="ftr" sz="quarter" idx="11"/>
          </p:nvPr>
        </p:nvSpPr>
        <p:spPr/>
        <p:txBody>
          <a:bodyPr/>
          <a:p>
            <a:endParaRPr altLang="en-US" lang="zh-CN"/>
          </a:p>
        </p:txBody>
      </p:sp>
      <p:sp>
        <p:nvSpPr>
          <p:cNvPr id="1048628" name="灯片编号占位符 5"/>
          <p:cNvSpPr>
            <a:spLocks noGrp="1"/>
          </p:cNvSpPr>
          <p:nvPr>
            <p:ph type="sldNum" sz="quarter" idx="12"/>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42" name=""/>
        <p:cNvGrpSpPr/>
        <p:nvPr/>
      </p:nvGrpSpPr>
      <p:grpSpPr>
        <a:xfrm>
          <a:off x="0" y="0"/>
          <a:ext cx="0" cy="0"/>
          <a:chOff x="0" y="0"/>
          <a:chExt cx="0" cy="0"/>
        </a:xfrm>
      </p:grpSpPr>
      <p:sp>
        <p:nvSpPr>
          <p:cNvPr id="1048629" name="标题 1"/>
          <p:cNvSpPr>
            <a:spLocks noGrp="1"/>
          </p:cNvSpPr>
          <p:nvPr>
            <p:ph type="title"/>
          </p:nvPr>
        </p:nvSpPr>
        <p:spPr>
          <a:xfrm>
            <a:off x="647700" y="258445"/>
            <a:ext cx="10515600" cy="1325563"/>
          </a:xfrm>
        </p:spPr>
        <p:txBody>
          <a:bodyPr>
            <a:normAutofit/>
          </a:bodyPr>
          <a:lstStyle>
            <a:lvl1pPr>
              <a:defRPr b="1" sz="2400" i="0">
                <a:effectLst>
                  <a:outerShdw algn="tl" blurRad="38100" dir="2700000" dist="38100">
                    <a:srgbClr val="000000">
                      <a:alpha val="43137"/>
                    </a:srgbClr>
                  </a:outerShdw>
                </a:effectLst>
              </a:defRPr>
            </a:lvl1pPr>
          </a:lstStyle>
          <a:p>
            <a:r>
              <a:rPr altLang="en-US" dirty="0" lang="zh-CN"/>
              <a:t>Click to edit Master title style</a:t>
            </a:r>
            <a:endParaRPr altLang="en-US" dirty="0" lang="zh-CN"/>
          </a:p>
        </p:txBody>
      </p:sp>
      <p:sp>
        <p:nvSpPr>
          <p:cNvPr id="1048630"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altLang="en-US" dirty="0" lang="zh-CN">
                <a:sym typeface="+mn-ea"/>
              </a:rPr>
              <a:t>Click to edit Master text styles</a:t>
            </a:r>
            <a:endParaRPr altLang="en-US" dirty="0" lang="zh-CN">
              <a:sym typeface="+mn-ea"/>
            </a:endParaRPr>
          </a:p>
          <a:p>
            <a:pPr lvl="1"/>
            <a:r>
              <a:rPr altLang="en-US" dirty="0" lang="zh-CN"/>
              <a:t>Second level</a:t>
            </a:r>
            <a:endParaRPr altLang="en-US" dirty="0" lang="zh-CN"/>
          </a:p>
          <a:p>
            <a:pPr lvl="2"/>
            <a:r>
              <a:rPr altLang="en-US" dirty="0" lang="zh-CN"/>
              <a:t>Third level</a:t>
            </a:r>
            <a:endParaRPr altLang="en-US" dirty="0" lang="zh-CN"/>
          </a:p>
          <a:p>
            <a:pPr lvl="3"/>
            <a:r>
              <a:rPr altLang="en-US" dirty="0" lang="zh-CN"/>
              <a:t>Fourth level</a:t>
            </a:r>
            <a:endParaRPr altLang="en-US" dirty="0" lang="zh-CN"/>
          </a:p>
          <a:p>
            <a:pPr lvl="4"/>
            <a:r>
              <a:rPr altLang="en-US" dirty="0" lang="zh-CN"/>
              <a:t>Fifth level</a:t>
            </a:r>
            <a:endParaRPr altLang="en-US" dirty="0" lang="zh-CN"/>
          </a:p>
        </p:txBody>
      </p:sp>
      <p:sp>
        <p:nvSpPr>
          <p:cNvPr id="1048631"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altLang="en-US" dirty="0" lang="zh-CN">
                <a:sym typeface="+mn-ea"/>
              </a:rPr>
              <a:t>Click to edit Master text styles</a:t>
            </a:r>
            <a:endParaRPr altLang="en-US" dirty="0" lang="zh-CN">
              <a:sym typeface="+mn-ea"/>
            </a:endParaRPr>
          </a:p>
          <a:p>
            <a:pPr lvl="1"/>
            <a:r>
              <a:rPr altLang="en-US" dirty="0" lang="zh-CN"/>
              <a:t>Second level</a:t>
            </a:r>
            <a:endParaRPr altLang="en-US" dirty="0" lang="zh-CN"/>
          </a:p>
          <a:p>
            <a:pPr lvl="2"/>
            <a:r>
              <a:rPr altLang="en-US" dirty="0" lang="zh-CN"/>
              <a:t>Third level</a:t>
            </a:r>
            <a:endParaRPr altLang="en-US" dirty="0" lang="zh-CN"/>
          </a:p>
          <a:p>
            <a:pPr lvl="3"/>
            <a:r>
              <a:rPr altLang="en-US" dirty="0" lang="zh-CN"/>
              <a:t>Fourth level</a:t>
            </a:r>
            <a:endParaRPr altLang="en-US" dirty="0" lang="zh-CN"/>
          </a:p>
          <a:p>
            <a:pPr lvl="4"/>
            <a:r>
              <a:rPr altLang="en-US" dirty="0" lang="zh-CN"/>
              <a:t>Fifth level</a:t>
            </a:r>
            <a:endParaRPr altLang="en-US" dirty="0" lang="zh-CN"/>
          </a:p>
        </p:txBody>
      </p:sp>
      <p:sp>
        <p:nvSpPr>
          <p:cNvPr id="1048632" name="日期占位符 4"/>
          <p:cNvSpPr>
            <a:spLocks noGrp="1"/>
          </p:cNvSpPr>
          <p:nvPr>
            <p:ph type="dt" sz="half" idx="10"/>
          </p:nvPr>
        </p:nvSpPr>
        <p:spPr/>
        <p:txBody>
          <a:bodyPr/>
          <a:p>
            <a:fld id="{760FBDFE-C587-4B4C-A407-44438C67B59E}" type="datetimeFigureOut">
              <a:rPr altLang="en-US" lang="zh-CN" smtClean="0"/>
            </a:fld>
            <a:endParaRPr altLang="en-US" lang="zh-CN"/>
          </a:p>
        </p:txBody>
      </p:sp>
      <p:sp>
        <p:nvSpPr>
          <p:cNvPr id="1048633" name="页脚占位符 5"/>
          <p:cNvSpPr>
            <a:spLocks noGrp="1"/>
          </p:cNvSpPr>
          <p:nvPr>
            <p:ph type="ftr" sz="quarter" idx="11"/>
          </p:nvPr>
        </p:nvSpPr>
        <p:spPr/>
        <p:txBody>
          <a:bodyPr/>
          <a:p>
            <a:endParaRPr altLang="en-US" lang="zh-CN"/>
          </a:p>
        </p:txBody>
      </p:sp>
      <p:sp>
        <p:nvSpPr>
          <p:cNvPr id="1048634" name="灯片编号占位符 6"/>
          <p:cNvSpPr>
            <a:spLocks noGrp="1"/>
          </p:cNvSpPr>
          <p:nvPr>
            <p:ph type="sldNum" sz="quarter" idx="12"/>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43" name=""/>
        <p:cNvGrpSpPr/>
        <p:nvPr/>
      </p:nvGrpSpPr>
      <p:grpSpPr>
        <a:xfrm>
          <a:off x="0" y="0"/>
          <a:ext cx="0" cy="0"/>
          <a:chOff x="0" y="0"/>
          <a:chExt cx="0" cy="0"/>
        </a:xfrm>
      </p:grpSpPr>
      <p:sp>
        <p:nvSpPr>
          <p:cNvPr id="1048635" name="标题 1"/>
          <p:cNvSpPr>
            <a:spLocks noGrp="1"/>
          </p:cNvSpPr>
          <p:nvPr>
            <p:ph type="title"/>
          </p:nvPr>
        </p:nvSpPr>
        <p:spPr>
          <a:xfrm>
            <a:off x="839788" y="365125"/>
            <a:ext cx="10515600" cy="1325563"/>
          </a:xfrm>
        </p:spPr>
        <p:txBody>
          <a:bodyPr/>
          <a:p>
            <a:r>
              <a:rPr altLang="en-US" lang="zh-CN"/>
              <a:t>Click to edit Master title style</a:t>
            </a:r>
            <a:endParaRPr altLang="en-US" lang="zh-CN"/>
          </a:p>
        </p:txBody>
      </p:sp>
      <p:sp>
        <p:nvSpPr>
          <p:cNvPr id="1048636" name="文本占位符 2"/>
          <p:cNvSpPr>
            <a:spLocks noGrp="1"/>
          </p:cNvSpPr>
          <p:nvPr>
            <p:ph type="body" idx="1"/>
          </p:nvPr>
        </p:nvSpPr>
        <p:spPr>
          <a:xfrm>
            <a:off x="839788" y="1744961"/>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dirty="0" lang="zh-CN">
                <a:sym typeface="+mn-ea"/>
              </a:rPr>
              <a:t>Click to edit Master text styles</a:t>
            </a:r>
            <a:endParaRPr altLang="en-US" dirty="0" lang="zh-CN">
              <a:sym typeface="+mn-ea"/>
            </a:endParaRPr>
          </a:p>
        </p:txBody>
      </p:sp>
      <p:sp>
        <p:nvSpPr>
          <p:cNvPr id="1048637" name="内容占位符 3"/>
          <p:cNvSpPr>
            <a:spLocks noGrp="1"/>
          </p:cNvSpPr>
          <p:nvPr>
            <p:ph sz="half" idx="2"/>
          </p:nvPr>
        </p:nvSpPr>
        <p:spPr>
          <a:xfrm>
            <a:off x="839788" y="2615609"/>
            <a:ext cx="5157787" cy="3574054"/>
          </a:xfrm>
        </p:spPr>
        <p:txBody>
          <a:bodyPr/>
          <a:p>
            <a:pPr lvl="0"/>
            <a:r>
              <a:rPr altLang="en-US" dirty="0" lang="zh-CN">
                <a:sym typeface="+mn-ea"/>
              </a:rPr>
              <a:t>Click to edit Master text styles</a:t>
            </a:r>
            <a:endParaRPr altLang="en-US" dirty="0" lang="zh-CN">
              <a:sym typeface="+mn-ea"/>
            </a:endParaRPr>
          </a:p>
          <a:p>
            <a:pPr lvl="1"/>
            <a:r>
              <a:rPr altLang="en-US" dirty="0" lang="zh-CN"/>
              <a:t>Second level</a:t>
            </a:r>
            <a:endParaRPr altLang="en-US" dirty="0" lang="zh-CN"/>
          </a:p>
          <a:p>
            <a:pPr lvl="2"/>
            <a:r>
              <a:rPr altLang="en-US" dirty="0" lang="zh-CN"/>
              <a:t>Third level</a:t>
            </a:r>
            <a:endParaRPr altLang="en-US" dirty="0" lang="zh-CN"/>
          </a:p>
          <a:p>
            <a:pPr lvl="3"/>
            <a:r>
              <a:rPr altLang="en-US" dirty="0" lang="zh-CN"/>
              <a:t>Fourth level</a:t>
            </a:r>
            <a:endParaRPr altLang="en-US" dirty="0" lang="zh-CN"/>
          </a:p>
          <a:p>
            <a:pPr lvl="4"/>
            <a:r>
              <a:rPr altLang="en-US" dirty="0" lang="zh-CN"/>
              <a:t>Fifth level</a:t>
            </a:r>
            <a:endParaRPr altLang="en-US" dirty="0" lang="zh-CN"/>
          </a:p>
        </p:txBody>
      </p:sp>
      <p:sp>
        <p:nvSpPr>
          <p:cNvPr id="1048638" name="文本占位符 4"/>
          <p:cNvSpPr>
            <a:spLocks noGrp="1"/>
          </p:cNvSpPr>
          <p:nvPr>
            <p:ph type="body" sz="quarter" idx="3"/>
          </p:nvPr>
        </p:nvSpPr>
        <p:spPr>
          <a:xfrm>
            <a:off x="6172200" y="1744961"/>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dirty="0" lang="zh-CN">
                <a:sym typeface="+mn-ea"/>
              </a:rPr>
              <a:t>Click to edit Master text styles</a:t>
            </a:r>
            <a:endParaRPr altLang="en-US" dirty="0" lang="zh-CN">
              <a:sym typeface="+mn-ea"/>
            </a:endParaRPr>
          </a:p>
        </p:txBody>
      </p:sp>
      <p:sp>
        <p:nvSpPr>
          <p:cNvPr id="1048639" name="内容占位符 5"/>
          <p:cNvSpPr>
            <a:spLocks noGrp="1"/>
          </p:cNvSpPr>
          <p:nvPr>
            <p:ph sz="quarter" idx="4"/>
          </p:nvPr>
        </p:nvSpPr>
        <p:spPr>
          <a:xfrm>
            <a:off x="6172200" y="2615609"/>
            <a:ext cx="5183188" cy="3574054"/>
          </a:xfrm>
        </p:spPr>
        <p:txBody>
          <a:bodyPr/>
          <a:p>
            <a:pPr lvl="0"/>
            <a:r>
              <a:rPr altLang="en-US" dirty="0" lang="zh-CN">
                <a:sym typeface="+mn-ea"/>
              </a:rPr>
              <a:t>Click to edit Master text styles</a:t>
            </a:r>
            <a:endParaRPr altLang="en-US" dirty="0" lang="zh-CN">
              <a:sym typeface="+mn-ea"/>
            </a:endParaRPr>
          </a:p>
          <a:p>
            <a:pPr lvl="1"/>
            <a:r>
              <a:rPr altLang="en-US" dirty="0" lang="zh-CN"/>
              <a:t>Second level</a:t>
            </a:r>
            <a:endParaRPr altLang="en-US" dirty="0" lang="zh-CN"/>
          </a:p>
          <a:p>
            <a:pPr lvl="2"/>
            <a:r>
              <a:rPr altLang="en-US" dirty="0" lang="zh-CN"/>
              <a:t>Third level</a:t>
            </a:r>
            <a:endParaRPr altLang="en-US" dirty="0" lang="zh-CN"/>
          </a:p>
          <a:p>
            <a:pPr lvl="3"/>
            <a:r>
              <a:rPr altLang="en-US" dirty="0" lang="zh-CN"/>
              <a:t>Fourth level</a:t>
            </a:r>
            <a:endParaRPr altLang="en-US" dirty="0" lang="zh-CN"/>
          </a:p>
          <a:p>
            <a:pPr lvl="4"/>
            <a:r>
              <a:rPr altLang="en-US" dirty="0" lang="zh-CN"/>
              <a:t>Fifth level</a:t>
            </a:r>
            <a:endParaRPr altLang="en-US" dirty="0" lang="zh-CN"/>
          </a:p>
        </p:txBody>
      </p:sp>
      <p:sp>
        <p:nvSpPr>
          <p:cNvPr id="1048640" name="日期占位符 6"/>
          <p:cNvSpPr>
            <a:spLocks noGrp="1"/>
          </p:cNvSpPr>
          <p:nvPr>
            <p:ph type="dt" sz="half" idx="10"/>
          </p:nvPr>
        </p:nvSpPr>
        <p:spPr/>
        <p:txBody>
          <a:bodyPr/>
          <a:p>
            <a:fld id="{760FBDFE-C587-4B4C-A407-44438C67B59E}" type="datetimeFigureOut">
              <a:rPr altLang="en-US" lang="zh-CN" smtClean="0"/>
            </a:fld>
            <a:endParaRPr altLang="en-US" lang="zh-CN"/>
          </a:p>
        </p:txBody>
      </p:sp>
      <p:sp>
        <p:nvSpPr>
          <p:cNvPr id="1048641" name="页脚占位符 7"/>
          <p:cNvSpPr>
            <a:spLocks noGrp="1"/>
          </p:cNvSpPr>
          <p:nvPr>
            <p:ph type="ftr" sz="quarter" idx="11"/>
          </p:nvPr>
        </p:nvSpPr>
        <p:spPr/>
        <p:txBody>
          <a:bodyPr/>
          <a:p>
            <a:endParaRPr altLang="en-US" lang="zh-CN"/>
          </a:p>
        </p:txBody>
      </p:sp>
      <p:sp>
        <p:nvSpPr>
          <p:cNvPr id="1048642" name="灯片编号占位符 8"/>
          <p:cNvSpPr>
            <a:spLocks noGrp="1"/>
          </p:cNvSpPr>
          <p:nvPr>
            <p:ph type="sldNum" sz="quarter" idx="12"/>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38" name=""/>
        <p:cNvGrpSpPr/>
        <p:nvPr/>
      </p:nvGrpSpPr>
      <p:grpSpPr>
        <a:xfrm>
          <a:off x="0" y="0"/>
          <a:ext cx="0" cy="0"/>
          <a:chOff x="0" y="0"/>
          <a:chExt cx="0" cy="0"/>
        </a:xfrm>
      </p:grpSpPr>
      <p:sp>
        <p:nvSpPr>
          <p:cNvPr id="1048611" name="标题 1"/>
          <p:cNvSpPr>
            <a:spLocks noGrp="1"/>
          </p:cNvSpPr>
          <p:nvPr>
            <p:ph type="title"/>
          </p:nvPr>
        </p:nvSpPr>
        <p:spPr>
          <a:xfrm>
            <a:off x="838200" y="2766219"/>
            <a:ext cx="10515600" cy="1325563"/>
          </a:xfrm>
        </p:spPr>
        <p:txBody>
          <a:bodyPr>
            <a:normAutofit/>
          </a:bodyPr>
          <a:lstStyle>
            <a:lvl1pPr algn="ctr">
              <a:defRPr b="0" sz="4800">
                <a:effectLst>
                  <a:outerShdw algn="tl" blurRad="38100" dir="2700000" dist="38100">
                    <a:srgbClr val="000000">
                      <a:alpha val="43137"/>
                    </a:srgbClr>
                  </a:outerShdw>
                </a:effectLst>
              </a:defRPr>
            </a:lvl1pPr>
          </a:lstStyle>
          <a:p>
            <a:r>
              <a:rPr altLang="en-US" dirty="0" lang="zh-CN"/>
              <a:t>Click to edit Master title style</a:t>
            </a:r>
            <a:endParaRPr altLang="en-US" dirty="0" lang="zh-CN"/>
          </a:p>
        </p:txBody>
      </p:sp>
      <p:sp>
        <p:nvSpPr>
          <p:cNvPr id="1048612" name="日期占位符 2"/>
          <p:cNvSpPr>
            <a:spLocks noGrp="1"/>
          </p:cNvSpPr>
          <p:nvPr>
            <p:ph type="dt" sz="half" idx="10"/>
          </p:nvPr>
        </p:nvSpPr>
        <p:spPr/>
        <p:txBody>
          <a:bodyPr/>
          <a:p>
            <a:fld id="{760FBDFE-C587-4B4C-A407-44438C67B59E}" type="datetimeFigureOut">
              <a:rPr altLang="en-US" lang="zh-CN" smtClean="0"/>
            </a:fld>
            <a:endParaRPr altLang="en-US" lang="zh-CN"/>
          </a:p>
        </p:txBody>
      </p:sp>
      <p:sp>
        <p:nvSpPr>
          <p:cNvPr id="1048613" name="页脚占位符 3"/>
          <p:cNvSpPr>
            <a:spLocks noGrp="1"/>
          </p:cNvSpPr>
          <p:nvPr>
            <p:ph type="ftr" sz="quarter" idx="11"/>
          </p:nvPr>
        </p:nvSpPr>
        <p:spPr/>
        <p:txBody>
          <a:bodyPr/>
          <a:p>
            <a:endParaRPr altLang="en-US" lang="zh-CN"/>
          </a:p>
        </p:txBody>
      </p:sp>
      <p:sp>
        <p:nvSpPr>
          <p:cNvPr id="1048614" name="灯片编号占位符 4"/>
          <p:cNvSpPr>
            <a:spLocks noGrp="1"/>
          </p:cNvSpPr>
          <p:nvPr>
            <p:ph type="sldNum" sz="quarter" idx="12"/>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44" name=""/>
        <p:cNvGrpSpPr/>
        <p:nvPr/>
      </p:nvGrpSpPr>
      <p:grpSpPr>
        <a:xfrm>
          <a:off x="0" y="0"/>
          <a:ext cx="0" cy="0"/>
          <a:chOff x="0" y="0"/>
          <a:chExt cx="0" cy="0"/>
        </a:xfrm>
      </p:grpSpPr>
      <p:sp>
        <p:nvSpPr>
          <p:cNvPr id="1048643" name="日期占位符 1"/>
          <p:cNvSpPr>
            <a:spLocks noGrp="1"/>
          </p:cNvSpPr>
          <p:nvPr>
            <p:ph type="dt" sz="half" idx="10"/>
          </p:nvPr>
        </p:nvSpPr>
        <p:spPr/>
        <p:txBody>
          <a:bodyPr/>
          <a:p>
            <a:fld id="{760FBDFE-C587-4B4C-A407-44438C67B59E}" type="datetimeFigureOut">
              <a:rPr altLang="en-US" lang="zh-CN" smtClean="0"/>
            </a:fld>
            <a:endParaRPr altLang="en-US" lang="zh-CN"/>
          </a:p>
        </p:txBody>
      </p:sp>
      <p:sp>
        <p:nvSpPr>
          <p:cNvPr id="1048644" name="页脚占位符 2"/>
          <p:cNvSpPr>
            <a:spLocks noGrp="1"/>
          </p:cNvSpPr>
          <p:nvPr>
            <p:ph type="ftr" sz="quarter" idx="11"/>
          </p:nvPr>
        </p:nvSpPr>
        <p:spPr/>
        <p:txBody>
          <a:bodyPr/>
          <a:p>
            <a:endParaRPr altLang="en-US" lang="zh-CN"/>
          </a:p>
        </p:txBody>
      </p:sp>
      <p:sp>
        <p:nvSpPr>
          <p:cNvPr id="1048645" name="灯片编号占位符 3"/>
          <p:cNvSpPr>
            <a:spLocks noGrp="1"/>
          </p:cNvSpPr>
          <p:nvPr>
            <p:ph type="sldNum" sz="quarter" idx="12"/>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45" name=""/>
        <p:cNvGrpSpPr/>
        <p:nvPr/>
      </p:nvGrpSpPr>
      <p:grpSpPr>
        <a:xfrm>
          <a:off x="0" y="0"/>
          <a:ext cx="0" cy="0"/>
          <a:chOff x="0" y="0"/>
          <a:chExt cx="0" cy="0"/>
        </a:xfrm>
      </p:grpSpPr>
      <p:sp>
        <p:nvSpPr>
          <p:cNvPr id="1048646" name="标题 1"/>
          <p:cNvSpPr>
            <a:spLocks noGrp="1"/>
          </p:cNvSpPr>
          <p:nvPr>
            <p:ph type="title"/>
          </p:nvPr>
        </p:nvSpPr>
        <p:spPr>
          <a:xfrm>
            <a:off x="646747" y="127000"/>
            <a:ext cx="4165200" cy="1600200"/>
          </a:xfrm>
        </p:spPr>
        <p:txBody>
          <a:bodyPr anchor="ctr" anchorCtr="0">
            <a:normAutofit/>
          </a:bodyPr>
          <a:lstStyle>
            <a:lvl1pPr>
              <a:defRPr b="1" sz="2400">
                <a:effectLst>
                  <a:outerShdw algn="tl" blurRad="38100" dir="2700000" dist="38100">
                    <a:srgbClr val="000000">
                      <a:alpha val="43137"/>
                    </a:srgbClr>
                  </a:outerShdw>
                </a:effectLst>
              </a:defRPr>
            </a:lvl1pPr>
          </a:lstStyle>
          <a:p>
            <a:r>
              <a:rPr altLang="en-US" dirty="0" lang="zh-CN">
                <a:sym typeface="+mn-ea"/>
              </a:rPr>
              <a:t>Click to edit Master title style</a:t>
            </a:r>
            <a:endParaRPr altLang="en-US" dirty="0" lang="zh-CN">
              <a:sym typeface="+mn-ea"/>
            </a:endParaRPr>
          </a:p>
        </p:txBody>
      </p:sp>
      <p:sp>
        <p:nvSpPr>
          <p:cNvPr id="1048647" name="图片占位符 2"/>
          <p:cNvSpPr>
            <a:spLocks noChangeAspect="1" noGrp="1"/>
          </p:cNvSpPr>
          <p:nvPr>
            <p:ph type="pic" idx="1"/>
          </p:nvPr>
        </p:nvSpPr>
        <p:spPr>
          <a:xfrm>
            <a:off x="5184000" y="766354"/>
            <a:ext cx="5817375" cy="5094446"/>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altLang="en-US" dirty="0" lang="zh-CN"/>
          </a:p>
        </p:txBody>
      </p:sp>
      <p:sp>
        <p:nvSpPr>
          <p:cNvPr id="1048648" name="文本占位符 3"/>
          <p:cNvSpPr>
            <a:spLocks noGrp="1"/>
          </p:cNvSpPr>
          <p:nvPr>
            <p:ph type="body" sz="half" idx="2"/>
          </p:nvPr>
        </p:nvSpPr>
        <p:spPr>
          <a:xfrm>
            <a:off x="651827" y="2057400"/>
            <a:ext cx="4165200" cy="3811588"/>
          </a:xfrm>
        </p:spPr>
        <p:txBody>
          <a:bodyPr>
            <a:normAutofit/>
          </a:bodyPr>
          <a:lstStyle>
            <a:lvl1pPr indent="0" marL="0">
              <a:lnSpc>
                <a:spcPct val="150000"/>
              </a:lnSpc>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en-US" dirty="0" lang="zh-CN"/>
              <a:t>Click to edit Master text styles</a:t>
            </a:r>
            <a:endParaRPr altLang="en-US" dirty="0" lang="zh-CN"/>
          </a:p>
        </p:txBody>
      </p:sp>
      <p:sp>
        <p:nvSpPr>
          <p:cNvPr id="1048649" name="日期占位符 4"/>
          <p:cNvSpPr>
            <a:spLocks noGrp="1"/>
          </p:cNvSpPr>
          <p:nvPr>
            <p:ph type="dt" sz="half" idx="10"/>
          </p:nvPr>
        </p:nvSpPr>
        <p:spPr/>
        <p:txBody>
          <a:bodyPr/>
          <a:p>
            <a:fld id="{9EFD9D74-47D9-4702-A33C-335B63B48DBF}" type="datetimeFigureOut">
              <a:rPr altLang="en-US" lang="zh-CN" smtClean="0"/>
            </a:fld>
            <a:endParaRPr altLang="en-US" dirty="0" lang="zh-CN"/>
          </a:p>
        </p:txBody>
      </p:sp>
      <p:sp>
        <p:nvSpPr>
          <p:cNvPr id="1048650" name="页脚占位符 5"/>
          <p:cNvSpPr>
            <a:spLocks noGrp="1"/>
          </p:cNvSpPr>
          <p:nvPr>
            <p:ph type="ftr" sz="quarter" idx="11"/>
          </p:nvPr>
        </p:nvSpPr>
        <p:spPr/>
        <p:txBody>
          <a:bodyPr/>
          <a:p>
            <a:endParaRPr altLang="en-US" dirty="0" lang="zh-CN"/>
          </a:p>
        </p:txBody>
      </p:sp>
      <p:sp>
        <p:nvSpPr>
          <p:cNvPr id="1048651" name="灯片编号占位符 6"/>
          <p:cNvSpPr>
            <a:spLocks noGrp="1"/>
          </p:cNvSpPr>
          <p:nvPr>
            <p:ph type="sldNum" sz="quarter" idx="12"/>
          </p:nvPr>
        </p:nvSpPr>
        <p:spPr/>
        <p:txBody>
          <a:bodyPr/>
          <a:p>
            <a:fld id="{FABC47A4-756D-490B-A52F-7D9E2C9FC05F}" type="slidenum">
              <a:rPr altLang="en-US" lang="zh-CN" smtClean="0"/>
            </a:fld>
            <a:endParaRPr altLang="en-US" lang="zh-CN"/>
          </a:p>
        </p:txBody>
      </p:sp>
      <p:cxnSp>
        <p:nvCxnSpPr>
          <p:cNvPr id="3145728" name="直接连接符 7" hidden="1"/>
          <p:cNvCxnSpPr>
            <a:cxnSpLocks/>
          </p:cNvCxnSpPr>
          <p:nvPr userDrawn="1"/>
        </p:nvCxnSpPr>
        <p:spPr>
          <a:xfrm>
            <a:off x="742950" y="434340"/>
            <a:ext cx="0" cy="1391285"/>
          </a:xfrm>
          <a:prstGeom prst="line"/>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39" name=""/>
        <p:cNvGrpSpPr/>
        <p:nvPr/>
      </p:nvGrpSpPr>
      <p:grpSpPr>
        <a:xfrm>
          <a:off x="0" y="0"/>
          <a:ext cx="0" cy="0"/>
          <a:chOff x="0" y="0"/>
          <a:chExt cx="0" cy="0"/>
        </a:xfrm>
      </p:grpSpPr>
      <p:sp>
        <p:nvSpPr>
          <p:cNvPr id="1048615"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altLang="en-US" lang="zh-CN"/>
              <a:t>Click to edit Master title style</a:t>
            </a:r>
            <a:endParaRPr altLang="en-US" lang="zh-CN"/>
          </a:p>
        </p:txBody>
      </p:sp>
      <p:sp>
        <p:nvSpPr>
          <p:cNvPr id="1048616" name="竖排文字占位符 2"/>
          <p:cNvSpPr>
            <a:spLocks noGrp="1"/>
          </p:cNvSpPr>
          <p:nvPr>
            <p:ph type="body" orient="vert" idx="1"/>
          </p:nvPr>
        </p:nvSpPr>
        <p:spPr>
          <a:xfrm>
            <a:off x="838200" y="365125"/>
            <a:ext cx="8879958" cy="5811838"/>
          </a:xfrm>
        </p:spPr>
        <p:txBody>
          <a:bodyPr vert="eaVert"/>
          <a:p>
            <a:pPr lvl="0"/>
            <a:r>
              <a:rPr altLang="en-US" dirty="0" lang="zh-CN">
                <a:sym typeface="+mn-ea"/>
              </a:rPr>
              <a:t>Click to edit Master text styles</a:t>
            </a:r>
            <a:endParaRPr altLang="en-US" dirty="0" lang="zh-CN">
              <a:sym typeface="+mn-ea"/>
            </a:endParaRPr>
          </a:p>
          <a:p>
            <a:pPr lvl="1"/>
            <a:r>
              <a:rPr altLang="en-US" dirty="0" lang="zh-CN"/>
              <a:t>Second level</a:t>
            </a:r>
            <a:endParaRPr altLang="en-US" dirty="0" lang="zh-CN"/>
          </a:p>
          <a:p>
            <a:pPr lvl="2"/>
            <a:r>
              <a:rPr altLang="en-US" dirty="0" lang="zh-CN"/>
              <a:t>Third level</a:t>
            </a:r>
            <a:endParaRPr altLang="en-US" dirty="0" lang="zh-CN"/>
          </a:p>
          <a:p>
            <a:pPr lvl="3"/>
            <a:r>
              <a:rPr altLang="en-US" dirty="0" lang="zh-CN"/>
              <a:t>Fourth level</a:t>
            </a:r>
            <a:endParaRPr altLang="en-US" dirty="0" lang="zh-CN"/>
          </a:p>
          <a:p>
            <a:pPr lvl="4"/>
            <a:r>
              <a:rPr altLang="en-US" dirty="0" lang="zh-CN"/>
              <a:t>Fifth level</a:t>
            </a:r>
            <a:endParaRPr altLang="en-US" dirty="0" lang="zh-CN"/>
          </a:p>
        </p:txBody>
      </p:sp>
      <p:sp>
        <p:nvSpPr>
          <p:cNvPr id="1048617" name="日期占位符 3"/>
          <p:cNvSpPr>
            <a:spLocks noGrp="1"/>
          </p:cNvSpPr>
          <p:nvPr>
            <p:ph type="dt" sz="half" idx="10"/>
          </p:nvPr>
        </p:nvSpPr>
        <p:spPr/>
        <p:txBody>
          <a:bodyPr/>
          <a:p>
            <a:fld id="{760FBDFE-C587-4B4C-A407-44438C67B59E}" type="datetimeFigureOut">
              <a:rPr altLang="en-US" lang="zh-CN" smtClean="0"/>
            </a:fld>
            <a:endParaRPr altLang="en-US" lang="zh-CN"/>
          </a:p>
        </p:txBody>
      </p:sp>
      <p:sp>
        <p:nvSpPr>
          <p:cNvPr id="1048618" name="页脚占位符 4"/>
          <p:cNvSpPr>
            <a:spLocks noGrp="1"/>
          </p:cNvSpPr>
          <p:nvPr>
            <p:ph type="ftr" sz="quarter" idx="11"/>
          </p:nvPr>
        </p:nvSpPr>
        <p:spPr/>
        <p:txBody>
          <a:bodyPr/>
          <a:p>
            <a:endParaRPr altLang="en-US" lang="zh-CN"/>
          </a:p>
        </p:txBody>
      </p:sp>
      <p:sp>
        <p:nvSpPr>
          <p:cNvPr id="1048619" name="灯片编号占位符 5"/>
          <p:cNvSpPr>
            <a:spLocks noGrp="1"/>
          </p:cNvSpPr>
          <p:nvPr>
            <p:ph type="sldNum" sz="quarter" idx="12"/>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40" name=""/>
        <p:cNvGrpSpPr/>
        <p:nvPr/>
      </p:nvGrpSpPr>
      <p:grpSpPr>
        <a:xfrm>
          <a:off x="0" y="0"/>
          <a:ext cx="0" cy="0"/>
          <a:chOff x="0" y="0"/>
          <a:chExt cx="0" cy="0"/>
        </a:xfrm>
      </p:grpSpPr>
      <p:sp>
        <p:nvSpPr>
          <p:cNvPr id="1048620" name="日期占位符 2"/>
          <p:cNvSpPr>
            <a:spLocks noGrp="1"/>
          </p:cNvSpPr>
          <p:nvPr>
            <p:ph type="dt" sz="half" idx="10"/>
          </p:nvPr>
        </p:nvSpPr>
        <p:spPr/>
        <p:txBody>
          <a:bodyPr/>
          <a:p>
            <a:fld id="{760FBDFE-C587-4B4C-A407-44438C67B59E}" type="datetimeFigureOut">
              <a:rPr altLang="en-US" lang="zh-CN" smtClean="0"/>
            </a:fld>
            <a:endParaRPr altLang="en-US" lang="zh-CN"/>
          </a:p>
        </p:txBody>
      </p:sp>
      <p:sp>
        <p:nvSpPr>
          <p:cNvPr id="1048621" name="页脚占位符 3"/>
          <p:cNvSpPr>
            <a:spLocks noGrp="1"/>
          </p:cNvSpPr>
          <p:nvPr>
            <p:ph type="ftr" sz="quarter" idx="11"/>
          </p:nvPr>
        </p:nvSpPr>
        <p:spPr/>
        <p:txBody>
          <a:bodyPr/>
          <a:p>
            <a:endParaRPr altLang="en-US" lang="zh-CN"/>
          </a:p>
        </p:txBody>
      </p:sp>
      <p:sp>
        <p:nvSpPr>
          <p:cNvPr id="1048622" name="灯片编号占位符 4"/>
          <p:cNvSpPr>
            <a:spLocks noGrp="1"/>
          </p:cNvSpPr>
          <p:nvPr>
            <p:ph type="sldNum" sz="quarter" idx="12"/>
          </p:nvPr>
        </p:nvSpPr>
        <p:spPr/>
        <p:txBody>
          <a:bodyPr/>
          <a:p>
            <a:fld id="{49AE70B2-8BF9-45C0-BB95-33D1B9D3A854}" type="slidenum">
              <a:rPr altLang="en-US" lang="zh-CN" smtClean="0"/>
            </a:fld>
            <a:endParaRPr altLang="en-US" lang="zh-CN"/>
          </a:p>
        </p:txBody>
      </p:sp>
      <p:sp>
        <p:nvSpPr>
          <p:cNvPr id="1048623" name="内容占位符 6"/>
          <p:cNvSpPr>
            <a:spLocks noGrp="1"/>
          </p:cNvSpPr>
          <p:nvPr>
            <p:ph sz="quarter" idx="13"/>
          </p:nvPr>
        </p:nvSpPr>
        <p:spPr>
          <a:xfrm>
            <a:off x="838200" y="551543"/>
            <a:ext cx="10515600" cy="5558971"/>
          </a:xfrm>
        </p:spPr>
        <p:txBody>
          <a:bodyPr/>
          <a:p>
            <a:pPr lvl="0"/>
            <a:r>
              <a:rPr altLang="en-US" dirty="0" lang="zh-CN">
                <a:sym typeface="+mn-ea"/>
              </a:rPr>
              <a:t>Click to edit Master text styles</a:t>
            </a:r>
            <a:endParaRPr altLang="en-US" dirty="0" lang="zh-CN">
              <a:sym typeface="+mn-ea"/>
            </a:endParaRPr>
          </a:p>
          <a:p>
            <a:pPr lvl="1"/>
            <a:r>
              <a:rPr altLang="en-US" dirty="0" lang="zh-CN"/>
              <a:t>Second level</a:t>
            </a:r>
            <a:endParaRPr altLang="en-US" dirty="0" lang="zh-CN"/>
          </a:p>
          <a:p>
            <a:pPr lvl="2"/>
            <a:r>
              <a:rPr altLang="en-US" dirty="0" lang="zh-CN"/>
              <a:t>Third level</a:t>
            </a:r>
            <a:endParaRPr altLang="en-US" dirty="0" lang="zh-CN"/>
          </a:p>
          <a:p>
            <a:pPr lvl="3"/>
            <a:r>
              <a:rPr altLang="en-US" dirty="0" lang="zh-CN"/>
              <a:t>Fourth level</a:t>
            </a:r>
            <a:endParaRPr altLang="en-US" dirty="0" lang="zh-CN"/>
          </a:p>
          <a:p>
            <a:pPr lvl="4"/>
            <a:r>
              <a:rPr altLang="en-US" dirty="0" lang="zh-CN"/>
              <a:t>Fifth level</a:t>
            </a:r>
            <a:endParaRPr altLang="en-US" dirty="0" lang="zh-C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3"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p:spPr>
        <p:txBody>
          <a:bodyPr anchor="ctr" bIns="45720" lIns="91440" rIns="91440" rtlCol="0" tIns="45720" vert="horz">
            <a:normAutofit/>
          </a:bodyPr>
          <a:p>
            <a:r>
              <a:rPr altLang="en-US" dirty="0" lang="zh-CN"/>
              <a:t>Click to edit Master title style</a:t>
            </a:r>
            <a:endParaRPr altLang="en-US" dirty="0" lang="zh-CN"/>
          </a:p>
        </p:txBody>
      </p:sp>
      <p:sp>
        <p:nvSpPr>
          <p:cNvPr id="1048577" name="文本占位符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altLang="en-US" dirty="0" lang="zh-CN">
                <a:sym typeface="+mn-ea"/>
              </a:rPr>
              <a:t>Click to edit Master text styles</a:t>
            </a:r>
            <a:endParaRPr altLang="en-US" dirty="0" lang="zh-CN">
              <a:sym typeface="+mn-ea"/>
            </a:endParaRPr>
          </a:p>
          <a:p>
            <a:pPr lvl="1"/>
            <a:r>
              <a:rPr altLang="en-US" dirty="0" lang="zh-CN"/>
              <a:t>Second level</a:t>
            </a:r>
            <a:endParaRPr altLang="en-US" dirty="0" lang="zh-CN"/>
          </a:p>
          <a:p>
            <a:pPr lvl="2"/>
            <a:r>
              <a:rPr altLang="en-US" dirty="0" lang="zh-CN"/>
              <a:t>Third level</a:t>
            </a:r>
            <a:endParaRPr altLang="en-US" dirty="0" lang="zh-CN"/>
          </a:p>
          <a:p>
            <a:pPr lvl="3"/>
            <a:r>
              <a:rPr altLang="en-US" dirty="0" lang="zh-CN"/>
              <a:t>Fourth level</a:t>
            </a:r>
            <a:endParaRPr altLang="en-US" dirty="0" lang="zh-CN"/>
          </a:p>
          <a:p>
            <a:pPr lvl="4"/>
            <a:r>
              <a:rPr altLang="en-US" dirty="0" lang="zh-CN"/>
              <a:t>Fifth level</a:t>
            </a:r>
            <a:endParaRPr altLang="en-US" dirty="0" lang="zh-CN"/>
          </a:p>
        </p:txBody>
      </p:sp>
      <p:sp>
        <p:nvSpPr>
          <p:cNvPr id="1048578" name="日期占位符 3"/>
          <p:cNvSpPr>
            <a:spLocks noGrp="1"/>
          </p:cNvSpPr>
          <p:nvPr>
            <p:ph type="dt" sz="half" idx="2"/>
          </p:nvPr>
        </p:nvSpPr>
        <p:spPr>
          <a:xfrm>
            <a:off x="838200" y="6356350"/>
            <a:ext cx="2743200" cy="365125"/>
          </a:xfrm>
          <a:prstGeom prst="rect"/>
        </p:spPr>
        <p:txBody>
          <a:bodyPr anchor="ctr" bIns="45720" lIns="91440" rIns="91440" rtlCol="0" tIns="45720" vert="horz">
            <a:normAutofit/>
          </a:bodyPr>
          <a:lstStyle>
            <a:lvl1pPr algn="l">
              <a:defRPr sz="1200">
                <a:solidFill>
                  <a:schemeClr val="tx1">
                    <a:tint val="75000"/>
                  </a:schemeClr>
                </a:solidFill>
              </a:defRPr>
            </a:lvl1pPr>
          </a:lstStyle>
          <a:p>
            <a:fld id="{760FBDFE-C587-4B4C-A407-44438C67B59E}" type="datetimeFigureOut">
              <a:rPr altLang="en-US" lang="zh-CN" smtClean="0"/>
            </a:fld>
            <a:endParaRPr altLang="en-US" lang="zh-CN"/>
          </a:p>
        </p:txBody>
      </p:sp>
      <p:sp>
        <p:nvSpPr>
          <p:cNvPr id="1048579" name="页脚占位符 4"/>
          <p:cNvSpPr>
            <a:spLocks noGrp="1"/>
          </p:cNvSpPr>
          <p:nvPr>
            <p:ph type="ftr" sz="quarter" idx="3"/>
          </p:nvPr>
        </p:nvSpPr>
        <p:spPr>
          <a:xfrm>
            <a:off x="4038600" y="6356350"/>
            <a:ext cx="4114800" cy="365125"/>
          </a:xfrm>
          <a:prstGeom prst="rect"/>
        </p:spPr>
        <p:txBody>
          <a:bodyPr anchor="ctr" bIns="45720" lIns="91440" rIns="91440" rtlCol="0" tIns="45720" vert="horz">
            <a:normAutofit/>
          </a:bodyPr>
          <a:lstStyle>
            <a:lvl1pPr algn="ctr">
              <a:defRPr sz="1200">
                <a:solidFill>
                  <a:schemeClr val="tx1">
                    <a:tint val="75000"/>
                  </a:schemeClr>
                </a:solidFill>
              </a:defRPr>
            </a:lvl1pPr>
          </a:lstStyle>
          <a:p>
            <a:endParaRPr altLang="en-US" lang="zh-CN"/>
          </a:p>
        </p:txBody>
      </p:sp>
      <p:sp>
        <p:nvSpPr>
          <p:cNvPr id="1048580" name="灯片编号占位符 5"/>
          <p:cNvSpPr>
            <a:spLocks noGrp="1"/>
          </p:cNvSpPr>
          <p:nvPr>
            <p:ph type="sldNum" sz="quarter" idx="4"/>
          </p:nvPr>
        </p:nvSpPr>
        <p:spPr>
          <a:xfrm>
            <a:off x="8610600" y="6356350"/>
            <a:ext cx="2743200" cy="365125"/>
          </a:xfrm>
          <a:prstGeom prst="rect"/>
        </p:spPr>
        <p:txBody>
          <a:bodyPr anchor="ctr" bIns="45720" lIns="91440" rIns="91440" rtlCol="0" tIns="45720" vert="horz">
            <a:normAutofit/>
          </a:bodyPr>
          <a:lstStyle>
            <a:lvl1pPr algn="r">
              <a:defRPr sz="1200">
                <a:solidFill>
                  <a:schemeClr val="tx1">
                    <a:tint val="75000"/>
                  </a:schemeClr>
                </a:solidFill>
              </a:defRPr>
            </a:lvl1pPr>
          </a:lstStyle>
          <a:p>
            <a:fld id="{49AE70B2-8BF9-45C0-BB95-33D1B9D3A854}" type="slidenum">
              <a:rPr altLang="en-US" lang="zh-CN" smtClean="0"/>
            </a:fld>
            <a:endParaRPr altLang="en-US" lang="zh-CN"/>
          </a:p>
        </p:txBody>
      </p:sp>
    </p:spTree>
  </p:cSld>
  <p:clrMap accent1="accent1" accent2="accent2" accent3="accent3" accent4="accent4" accent5="accent5" accent6="accent6" bg1="lt1" bg2="lt2" tx1="dk1" tx2="dk2"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txStyles>
    <p:titleStyle>
      <a:lvl1pPr algn="l" defTabSz="914400" eaLnBrk="1" hangingPunct="1" latinLnBrk="0" rtl="0">
        <a:lnSpc>
          <a:spcPct val="90000"/>
        </a:lnSpc>
        <a:spcBef>
          <a:spcPct val="0"/>
        </a:spcBef>
        <a:buNone/>
        <a:defRPr sz="40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604" name="标题 1"/>
          <p:cNvSpPr>
            <a:spLocks noGrp="1"/>
          </p:cNvSpPr>
          <p:nvPr>
            <p:ph type="ctrTitle"/>
          </p:nvPr>
        </p:nvSpPr>
        <p:spPr/>
        <p:txBody>
          <a:bodyPr>
            <a:noAutofit/>
          </a:bodyPr>
          <a:p>
            <a:r>
              <a:rPr altLang="en-US" sz="4000" lang="en-US">
                <a:solidFill>
                  <a:schemeClr val="tx1"/>
                </a:solidFill>
                <a:effectLst>
                  <a:outerShdw algn="tl" blurRad="38100" dir="2700000" dist="19050" rotWithShape="0">
                    <a:schemeClr val="dk1">
                      <a:alpha val="40000"/>
                    </a:schemeClr>
                  </a:outerShdw>
                </a:effectLst>
                <a:sym typeface="+mn-ea"/>
              </a:rPr>
              <a:t>Describe Features of Linux Operating system in ma</a:t>
            </a:r>
            <a:r>
              <a:rPr sz="4000" lang="en-US">
                <a:solidFill>
                  <a:schemeClr val="tx1"/>
                </a:solidFill>
                <a:effectLst>
                  <a:outerShdw algn="tl" blurRad="38100" dir="2700000" dist="19050" rotWithShape="0">
                    <a:schemeClr val="dk1">
                      <a:alpha val="40000"/>
                    </a:schemeClr>
                  </a:outerShdw>
                </a:effectLst>
                <a:sym typeface="+mn-ea"/>
              </a:rPr>
              <a:t>nagement of server.</a:t>
            </a:r>
            <a:endParaRPr altLang="en-US" sz="4000" lang="en-US">
              <a:solidFill>
                <a:schemeClr val="tx1"/>
              </a:solidFill>
              <a:effectLst>
                <a:outerShdw algn="tl" blurRad="38100" dir="2700000" dist="19050" rotWithShape="0">
                  <a:schemeClr val="dk1">
                    <a:alpha val="40000"/>
                  </a:schemeClr>
                </a:outerShdw>
              </a:effectLst>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p:grpSpPr>
      <p:sp>
        <p:nvSpPr>
          <p:cNvPr id="1048605" name="Title 1"/>
          <p:cNvSpPr>
            <a:spLocks noGrp="1"/>
          </p:cNvSpPr>
          <p:nvPr>
            <p:ph type="title"/>
          </p:nvPr>
        </p:nvSpPr>
        <p:spPr/>
        <p:txBody>
          <a:bodyPr/>
          <a:p>
            <a:pPr algn="ctr"/>
            <a:r>
              <a:rPr sz="4800" lang="en-US">
                <a:solidFill>
                  <a:schemeClr val="tx1"/>
                </a:solidFill>
              </a:rPr>
              <a:t>learning outcomes</a:t>
            </a:r>
            <a:endParaRPr sz="4800" lang="en-US">
              <a:solidFill>
                <a:schemeClr val="tx1"/>
              </a:solidFill>
            </a:endParaRPr>
          </a:p>
        </p:txBody>
      </p:sp>
      <p:sp>
        <p:nvSpPr>
          <p:cNvPr id="1048606" name="Content Placeholder 2"/>
          <p:cNvSpPr>
            <a:spLocks noGrp="1"/>
          </p:cNvSpPr>
          <p:nvPr>
            <p:ph idx="1"/>
          </p:nvPr>
        </p:nvSpPr>
        <p:spPr/>
        <p:txBody>
          <a:bodyPr>
            <a:normAutofit lnSpcReduction="20000"/>
          </a:bodyPr>
          <a:p>
            <a:pPr>
              <a:lnSpc>
                <a:spcPct val="150000"/>
              </a:lnSpc>
            </a:pPr>
            <a:r>
              <a:rPr sz="2400" lang="en-US">
                <a:solidFill>
                  <a:schemeClr val="tx1"/>
                </a:solidFill>
              </a:rPr>
              <a:t>By the end of this lecture, you are expected to be familier with the concept  relating to  linux operating system in </a:t>
            </a:r>
            <a:r>
              <a:rPr sz="2400" lang="en-US">
                <a:solidFill>
                  <a:schemeClr val="tx1"/>
                </a:solidFill>
                <a:sym typeface="+mn-ea"/>
              </a:rPr>
              <a:t>server management.</a:t>
            </a:r>
            <a:endParaRPr sz="2400" lang="en-US">
              <a:solidFill>
                <a:schemeClr val="tx1"/>
              </a:solidFill>
              <a:sym typeface="+mn-ea"/>
            </a:endParaRPr>
          </a:p>
          <a:p>
            <a:pPr indent="-400050" lvl="1" marL="857250">
              <a:lnSpc>
                <a:spcPct val="150000"/>
              </a:lnSpc>
              <a:buFont typeface="+mj-lt"/>
              <a:buAutoNum type="romanUcPeriod"/>
            </a:pPr>
            <a:r>
              <a:rPr sz="2400" lang="en-US">
                <a:solidFill>
                  <a:schemeClr val="tx1"/>
                </a:solidFill>
              </a:rPr>
              <a:t>key terms:</a:t>
            </a:r>
            <a:endParaRPr sz="2400" lang="en-US">
              <a:solidFill>
                <a:schemeClr val="tx1"/>
              </a:solidFill>
            </a:endParaRPr>
          </a:p>
          <a:p>
            <a:pPr lvl="2">
              <a:lnSpc>
                <a:spcPct val="150000"/>
              </a:lnSpc>
            </a:pPr>
            <a:r>
              <a:rPr sz="2400" lang="en-US">
                <a:solidFill>
                  <a:schemeClr val="tx1"/>
                </a:solidFill>
                <a:sym typeface="+mn-ea"/>
              </a:rPr>
              <a:t>LINUX, OS, SERVER and MANAGEMENT</a:t>
            </a:r>
            <a:endParaRPr sz="2400" lang="en-US">
              <a:solidFill>
                <a:schemeClr val="tx1"/>
              </a:solidFill>
            </a:endParaRPr>
          </a:p>
          <a:p>
            <a:pPr indent="-400050" lvl="1" marL="857250">
              <a:lnSpc>
                <a:spcPct val="150000"/>
              </a:lnSpc>
              <a:buFont typeface="+mj-lt"/>
              <a:buAutoNum type="romanUcPeriod"/>
            </a:pPr>
            <a:r>
              <a:rPr sz="2400" lang="en-US">
                <a:solidFill>
                  <a:schemeClr val="tx1"/>
                </a:solidFill>
              </a:rPr>
              <a:t>Components of linux OS:</a:t>
            </a:r>
            <a:endParaRPr sz="2400" lang="en-US">
              <a:solidFill>
                <a:schemeClr val="tx1"/>
              </a:solidFill>
            </a:endParaRPr>
          </a:p>
          <a:p>
            <a:pPr algn="l" indent="-400050" lvl="1" marL="857250">
              <a:lnSpc>
                <a:spcPct val="150000"/>
              </a:lnSpc>
              <a:buClrTx/>
              <a:buSzTx/>
              <a:buFont typeface="+mj-lt"/>
              <a:buAutoNum type="romanUcPeriod"/>
            </a:pPr>
            <a:r>
              <a:rPr sz="2400" lang="en-US">
                <a:solidFill>
                  <a:schemeClr val="tx1"/>
                </a:solidFill>
                <a:sym typeface="+mn-ea"/>
              </a:rPr>
              <a:t>Basic features of Linux OS</a:t>
            </a:r>
            <a:endParaRPr sz="2400" lang="en-US">
              <a:solidFill>
                <a:schemeClr val="tx1"/>
              </a:solidFill>
            </a:endParaRPr>
          </a:p>
          <a:p>
            <a:pPr indent="-400050" lvl="1" marL="857250">
              <a:lnSpc>
                <a:spcPct val="150000"/>
              </a:lnSpc>
              <a:buFont typeface="+mj-lt"/>
              <a:buAutoNum type="romanUcPeriod"/>
            </a:pPr>
            <a:r>
              <a:rPr sz="2400" lang="en-US">
                <a:solidFill>
                  <a:schemeClr val="tx1"/>
                </a:solidFill>
              </a:rPr>
              <a:t>The Linux OS architecture </a:t>
            </a:r>
            <a:endParaRPr sz="2400" lang="en-US">
              <a:solidFill>
                <a:schemeClr val="tx1"/>
              </a:solidFill>
            </a:endParaRPr>
          </a:p>
          <a:p>
            <a:pPr indent="-400050" lvl="1" marL="857250">
              <a:lnSpc>
                <a:spcPct val="150000"/>
              </a:lnSpc>
              <a:buFont typeface="+mj-lt"/>
              <a:buAutoNum type="romanUcPeriod"/>
            </a:pPr>
            <a:r>
              <a:rPr sz="2400" lang="en-US">
                <a:solidFill>
                  <a:schemeClr val="tx1"/>
                </a:solidFill>
              </a:rPr>
              <a:t>Linux OS Distributions</a:t>
            </a:r>
            <a:endParaRPr sz="2400" lang="en-US">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p:grpSpPr>
      <p:sp>
        <p:nvSpPr>
          <p:cNvPr id="1048607" name="Title 1"/>
          <p:cNvSpPr>
            <a:spLocks noGrp="1"/>
          </p:cNvSpPr>
          <p:nvPr>
            <p:ph type="title"/>
          </p:nvPr>
        </p:nvSpPr>
        <p:spPr>
          <a:xfrm>
            <a:off x="647700" y="258445"/>
            <a:ext cx="10515600" cy="1102360"/>
          </a:xfrm>
        </p:spPr>
        <p:txBody>
          <a:bodyPr/>
          <a:p>
            <a:pPr algn="ctr"/>
            <a:r>
              <a:rPr sz="4800" lang="en-US">
                <a:solidFill>
                  <a:schemeClr val="tx1"/>
                </a:solidFill>
              </a:rPr>
              <a:t>Definition of Terms</a:t>
            </a:r>
            <a:endParaRPr sz="4800" lang="en-US">
              <a:solidFill>
                <a:schemeClr val="tx1"/>
              </a:solidFill>
            </a:endParaRPr>
          </a:p>
        </p:txBody>
      </p:sp>
      <p:sp>
        <p:nvSpPr>
          <p:cNvPr id="1048608" name="Content Placeholder 2"/>
          <p:cNvSpPr>
            <a:spLocks noGrp="1"/>
          </p:cNvSpPr>
          <p:nvPr>
            <p:ph idx="1"/>
          </p:nvPr>
        </p:nvSpPr>
        <p:spPr>
          <a:xfrm>
            <a:off x="647700" y="1361440"/>
            <a:ext cx="10515600" cy="5125720"/>
          </a:xfrm>
        </p:spPr>
        <p:txBody>
          <a:bodyPr>
            <a:noAutofit/>
          </a:bodyPr>
          <a:p>
            <a:pPr>
              <a:lnSpc>
                <a:spcPct val="100000"/>
              </a:lnSpc>
            </a:pPr>
            <a:r>
              <a:rPr sz="2300" lang="en-US">
                <a:solidFill>
                  <a:schemeClr val="tx1"/>
                </a:solidFill>
                <a:effectLst>
                  <a:outerShdw algn="ctr" blurRad="38100" dir="5400000" dist="25400" rotWithShape="0">
                    <a:srgbClr val="6E747A">
                      <a:alpha val="43000"/>
                    </a:srgbClr>
                  </a:outerShdw>
                </a:effectLst>
              </a:rPr>
              <a:t>OS</a:t>
            </a:r>
            <a:r>
              <a:rPr sz="2300" lang="en-US">
                <a:solidFill>
                  <a:schemeClr val="tx1"/>
                </a:solidFill>
              </a:rPr>
              <a:t>: Is system software that manages computer hardware, software resources, and provides common services for Computer, Mobile phone and  tablet computer programs. “ Its a bridge”</a:t>
            </a:r>
            <a:endParaRPr sz="2300" lang="en-US">
              <a:solidFill>
                <a:schemeClr val="tx1"/>
              </a:solidFill>
            </a:endParaRPr>
          </a:p>
          <a:p>
            <a:pPr>
              <a:lnSpc>
                <a:spcPct val="100000"/>
              </a:lnSpc>
            </a:pPr>
            <a:r>
              <a:rPr sz="2300" lang="en-US">
                <a:solidFill>
                  <a:schemeClr val="tx1"/>
                </a:solidFill>
              </a:rPr>
              <a:t>To name types or different flavours of the Operating system depends on the device being considered.</a:t>
            </a:r>
            <a:endParaRPr sz="2300" lang="en-US">
              <a:solidFill>
                <a:schemeClr val="tx1"/>
              </a:solidFill>
            </a:endParaRPr>
          </a:p>
          <a:p>
            <a:pPr lvl="1">
              <a:lnSpc>
                <a:spcPct val="100000"/>
              </a:lnSpc>
              <a:buFont typeface="东文宋体" charset="0"/>
              <a:buChar char="◆"/>
            </a:pPr>
            <a:r>
              <a:rPr sz="2300" lang="en-US">
                <a:solidFill>
                  <a:schemeClr val="tx1"/>
                </a:solidFill>
              </a:rPr>
              <a:t>Computer Based OS: </a:t>
            </a:r>
            <a:endParaRPr sz="2300" lang="en-US">
              <a:solidFill>
                <a:schemeClr val="tx1"/>
              </a:solidFill>
            </a:endParaRPr>
          </a:p>
          <a:p>
            <a:pPr lvl="2">
              <a:lnSpc>
                <a:spcPct val="100000"/>
              </a:lnSpc>
              <a:buFont typeface="Arial" panose="020B0604020202020204" pitchFamily="34" charset="0"/>
              <a:buChar char="•"/>
            </a:pPr>
            <a:r>
              <a:rPr sz="2300" lang="en-US">
                <a:solidFill>
                  <a:schemeClr val="tx1"/>
                </a:solidFill>
              </a:rPr>
              <a:t>Windows OS</a:t>
            </a:r>
            <a:endParaRPr sz="2300" lang="en-US">
              <a:solidFill>
                <a:schemeClr val="tx1"/>
              </a:solidFill>
            </a:endParaRPr>
          </a:p>
          <a:p>
            <a:pPr lvl="2">
              <a:lnSpc>
                <a:spcPct val="100000"/>
              </a:lnSpc>
              <a:buFont typeface="Arial" panose="020B0604020202020204" pitchFamily="34" charset="0"/>
              <a:buChar char="•"/>
            </a:pPr>
            <a:r>
              <a:rPr sz="2300" lang="en-US">
                <a:solidFill>
                  <a:schemeClr val="tx1"/>
                </a:solidFill>
              </a:rPr>
              <a:t>MAC OS</a:t>
            </a:r>
            <a:endParaRPr sz="2300" lang="en-US">
              <a:solidFill>
                <a:schemeClr val="tx1"/>
              </a:solidFill>
            </a:endParaRPr>
          </a:p>
          <a:p>
            <a:pPr lvl="2">
              <a:lnSpc>
                <a:spcPct val="100000"/>
              </a:lnSpc>
              <a:buFont typeface="Arial" panose="020B0604020202020204" pitchFamily="34" charset="0"/>
              <a:buChar char="•"/>
            </a:pPr>
            <a:r>
              <a:rPr sz="2300" lang="en-US">
                <a:solidFill>
                  <a:schemeClr val="tx1"/>
                </a:solidFill>
              </a:rPr>
              <a:t>Linux Os</a:t>
            </a:r>
            <a:endParaRPr sz="2300" lang="en-US">
              <a:solidFill>
                <a:schemeClr val="tx1"/>
              </a:solidFill>
            </a:endParaRPr>
          </a:p>
          <a:p>
            <a:pPr lvl="1">
              <a:lnSpc>
                <a:spcPct val="100000"/>
              </a:lnSpc>
              <a:buFont typeface="东文宋体" charset="0"/>
              <a:buChar char="◆"/>
            </a:pPr>
            <a:r>
              <a:rPr sz="2300" lang="en-US">
                <a:solidFill>
                  <a:schemeClr val="tx1"/>
                </a:solidFill>
              </a:rPr>
              <a:t>Mobile Based OS</a:t>
            </a:r>
            <a:endParaRPr sz="2300" lang="en-US">
              <a:solidFill>
                <a:schemeClr val="tx1"/>
              </a:solidFill>
            </a:endParaRPr>
          </a:p>
          <a:p>
            <a:pPr lvl="2">
              <a:lnSpc>
                <a:spcPct val="100000"/>
              </a:lnSpc>
              <a:buFont typeface="Arial" panose="020B0604020202020204" pitchFamily="34" charset="0"/>
              <a:buChar char="•"/>
            </a:pPr>
            <a:r>
              <a:rPr sz="2300" lang="en-US">
                <a:solidFill>
                  <a:schemeClr val="tx1"/>
                </a:solidFill>
              </a:rPr>
              <a:t>Apple iOS</a:t>
            </a:r>
            <a:endParaRPr sz="2300" lang="en-US">
              <a:solidFill>
                <a:schemeClr val="tx1"/>
              </a:solidFill>
            </a:endParaRPr>
          </a:p>
          <a:p>
            <a:pPr lvl="2">
              <a:lnSpc>
                <a:spcPct val="100000"/>
              </a:lnSpc>
              <a:buFont typeface="Arial" panose="020B0604020202020204" pitchFamily="34" charset="0"/>
              <a:buChar char="•"/>
            </a:pPr>
            <a:r>
              <a:rPr sz="2300" lang="en-US">
                <a:solidFill>
                  <a:schemeClr val="tx1"/>
                </a:solidFill>
              </a:rPr>
              <a:t>Google Android</a:t>
            </a:r>
            <a:endParaRPr sz="2300" lang="en-US">
              <a:solidFill>
                <a:schemeClr val="tx1"/>
              </a:solidFill>
            </a:endParaRPr>
          </a:p>
          <a:p>
            <a:pPr lvl="2">
              <a:lnSpc>
                <a:spcPct val="100000"/>
              </a:lnSpc>
              <a:buFont typeface="Arial" panose="020B0604020202020204" pitchFamily="34" charset="0"/>
              <a:buChar char="•"/>
            </a:pPr>
            <a:r>
              <a:rPr sz="2300" lang="en-US">
                <a:solidFill>
                  <a:schemeClr val="tx1"/>
                </a:solidFill>
              </a:rPr>
              <a:t>HarmonyOS</a:t>
            </a:r>
            <a:endParaRPr sz="2300" lang="en-US">
              <a:solidFill>
                <a:schemeClr val="tx1"/>
              </a:solidFill>
            </a:endParaRPr>
          </a:p>
          <a:p>
            <a:pPr>
              <a:lnSpc>
                <a:spcPct val="150000"/>
              </a:lnSpc>
            </a:pPr>
            <a:endParaRPr sz="2300" lang="en-US">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p:grpSpPr>
      <p:sp>
        <p:nvSpPr>
          <p:cNvPr id="1048609" name="Title 1"/>
          <p:cNvSpPr>
            <a:spLocks noGrp="1"/>
          </p:cNvSpPr>
          <p:nvPr>
            <p:ph type="title"/>
          </p:nvPr>
        </p:nvSpPr>
        <p:spPr/>
        <p:txBody>
          <a:bodyPr/>
          <a:p>
            <a:pPr algn="ctr"/>
            <a:r>
              <a:rPr sz="4400" lang="en-US">
                <a:solidFill>
                  <a:schemeClr val="tx1"/>
                </a:solidFill>
                <a:effectLst>
                  <a:outerShdw algn="tl" blurRad="38100" dir="2700000" dist="19050" rotWithShape="0">
                    <a:schemeClr val="dk1">
                      <a:alpha val="40000"/>
                    </a:schemeClr>
                  </a:outerShdw>
                </a:effectLst>
                <a:sym typeface="+mn-ea"/>
              </a:rPr>
              <a:t>Definition of Terms</a:t>
            </a:r>
            <a:endParaRPr sz="4400" lang="en-US">
              <a:solidFill>
                <a:schemeClr val="tx1"/>
              </a:solidFill>
              <a:effectLst>
                <a:outerShdw algn="tl" blurRad="38100" dir="2700000" dist="19050" rotWithShape="0">
                  <a:schemeClr val="dk1">
                    <a:alpha val="40000"/>
                  </a:schemeClr>
                </a:outerShdw>
              </a:effectLst>
              <a:sym typeface="+mn-ea"/>
            </a:endParaRPr>
          </a:p>
        </p:txBody>
      </p:sp>
      <p:sp>
        <p:nvSpPr>
          <p:cNvPr id="1048610" name="Content Placeholder 2"/>
          <p:cNvSpPr>
            <a:spLocks noGrp="1"/>
          </p:cNvSpPr>
          <p:nvPr>
            <p:ph idx="1"/>
          </p:nvPr>
        </p:nvSpPr>
        <p:spPr/>
        <p:txBody>
          <a:bodyPr>
            <a:normAutofit lnSpcReduction="20000"/>
          </a:bodyPr>
          <a:p>
            <a:pPr>
              <a:lnSpc>
                <a:spcPct val="150000"/>
              </a:lnSpc>
            </a:pPr>
            <a:r>
              <a:rPr lang="en-US">
                <a:solidFill>
                  <a:schemeClr val="tx1"/>
                </a:solidFill>
                <a:effectLst>
                  <a:outerShdw algn="tl" blurRad="38100" dir="2700000" dist="19050" rotWithShape="0">
                    <a:schemeClr val="dk1">
                      <a:alpha val="40000"/>
                    </a:schemeClr>
                  </a:outerShdw>
                </a:effectLst>
                <a:sym typeface="+mn-ea"/>
              </a:rPr>
              <a:t>LINUX: I</a:t>
            </a:r>
            <a:r>
              <a:rPr lang="en-US">
                <a:solidFill>
                  <a:schemeClr val="tx1"/>
                </a:solidFill>
                <a:effectLst>
                  <a:outerShdw algn="tl" blurRad="38100" dir="2700000" dist="19050" rotWithShape="0">
                    <a:schemeClr val="dk1">
                      <a:alpha val="40000"/>
                    </a:schemeClr>
                  </a:outerShdw>
                </a:effectLst>
              </a:rPr>
              <a:t>s a Unix-like, open source and community-developed operating system (OS) for computers, servers, mainframes, mobile devices and embedded devices.</a:t>
            </a:r>
            <a:endParaRPr lang="en-US">
              <a:solidFill>
                <a:schemeClr val="tx1"/>
              </a:solidFill>
              <a:effectLst>
                <a:outerShdw algn="tl" blurRad="38100" dir="2700000" dist="19050" rotWithShape="0">
                  <a:schemeClr val="dk1">
                    <a:alpha val="40000"/>
                  </a:schemeClr>
                </a:outerShdw>
              </a:effectLst>
            </a:endParaRPr>
          </a:p>
          <a:p>
            <a:pPr>
              <a:lnSpc>
                <a:spcPct val="150000"/>
              </a:lnSpc>
            </a:pPr>
            <a:r>
              <a:rPr lang="en-US">
                <a:solidFill>
                  <a:schemeClr val="tx1"/>
                </a:solidFill>
                <a:effectLst>
                  <a:outerShdw algn="tl" blurRad="38100" dir="2700000" dist="19050" rotWithShape="0">
                    <a:schemeClr val="dk1">
                      <a:alpha val="40000"/>
                    </a:schemeClr>
                  </a:outerShdw>
                </a:effectLst>
                <a:sym typeface="+mn-ea"/>
              </a:rPr>
              <a:t>SERVER: A computer or system that provides resources, data, services, or programs to other computers, known as clients, over a network. </a:t>
            </a:r>
            <a:endParaRPr lang="en-US">
              <a:solidFill>
                <a:schemeClr val="tx1"/>
              </a:solidFill>
              <a:effectLst>
                <a:outerShdw algn="tl" blurRad="38100" dir="2700000" dist="19050" rotWithShape="0">
                  <a:schemeClr val="dk1">
                    <a:alpha val="40000"/>
                  </a:schemeClr>
                </a:outerShdw>
              </a:effectLst>
              <a:sym typeface="+mn-ea"/>
            </a:endParaRPr>
          </a:p>
          <a:p>
            <a:pPr>
              <a:lnSpc>
                <a:spcPct val="200000"/>
              </a:lnSpc>
            </a:pPr>
            <a:r>
              <a:rPr lang="en-US">
                <a:solidFill>
                  <a:schemeClr val="tx1"/>
                </a:solidFill>
                <a:effectLst>
                  <a:outerShdw algn="tl" blurRad="38100" dir="2700000" dist="19050" rotWithShape="0">
                    <a:schemeClr val="dk1">
                      <a:alpha val="40000"/>
                    </a:schemeClr>
                  </a:outerShdw>
                </a:effectLst>
                <a:sym typeface="+mn-ea"/>
              </a:rPr>
              <a:t>MANAGEMENT: Is the administration of an organization, whether it is a business, a non-profit organization, or a government body.</a:t>
            </a:r>
            <a:endParaRPr lang="en-US">
              <a:solidFill>
                <a:schemeClr val="tx1"/>
              </a:solidFill>
              <a:effectLst>
                <a:outerShdw algn="tl" blurRad="38100" dir="2700000" dist="19050" rotWithShape="0">
                  <a:schemeClr val="dk1">
                    <a:alpha val="40000"/>
                  </a:schemeClr>
                </a:outerShdw>
              </a:effectLst>
              <a:sym typeface="+mn-ea"/>
            </a:endParaRPr>
          </a:p>
          <a:p>
            <a:pPr>
              <a:lnSpc>
                <a:spcPct val="200000"/>
              </a:lnSpc>
            </a:pPr>
            <a:r>
              <a:rPr lang="en-US">
                <a:solidFill>
                  <a:schemeClr val="tx1"/>
                </a:solidFill>
                <a:effectLst>
                  <a:outerShdw algn="tl" blurRad="38100" dir="2700000" dist="19050" rotWithShape="0">
                    <a:schemeClr val="dk1">
                      <a:alpha val="40000"/>
                    </a:schemeClr>
                  </a:outerShdw>
                </a:effectLst>
                <a:sym typeface="+mn-ea"/>
              </a:rPr>
              <a:t>SERVER MANAGEMENT: is the process of monitoring and maintaining servers to operate at peak performance</a:t>
            </a:r>
            <a:endParaRPr lang="en-US">
              <a:solidFill>
                <a:schemeClr val="tx1"/>
              </a:solidFill>
              <a:effectLst>
                <a:outerShdw algn="tl" blurRad="38100" dir="2700000" dist="19050" rotWithShape="0">
                  <a:schemeClr val="dk1">
                    <a:alpha val="40000"/>
                  </a:schemeClr>
                </a:outerShdw>
              </a:effectLst>
              <a:sym typeface="+mn-ea"/>
            </a:endParaRPr>
          </a:p>
          <a:p>
            <a:endParaRPr lang="en-US">
              <a:solidFill>
                <a:schemeClr val="tx1"/>
              </a:solidFill>
              <a:effectLst>
                <a:outerShdw algn="tl" blurRad="38100" dir="2700000" dist="19050" rotWithShape="0">
                  <a:schemeClr val="dk1">
                    <a:alpha val="40000"/>
                  </a:schemeClr>
                </a:outerShdw>
              </a:effectLst>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p:grpSpPr>
      <p:sp>
        <p:nvSpPr>
          <p:cNvPr id="1048597" name="Title 1"/>
          <p:cNvSpPr>
            <a:spLocks noGrp="1"/>
          </p:cNvSpPr>
          <p:nvPr>
            <p:ph type="title"/>
          </p:nvPr>
        </p:nvSpPr>
        <p:spPr/>
        <p:txBody>
          <a:bodyPr>
            <a:normAutofit/>
          </a:bodyPr>
          <a:p>
            <a:pPr algn="ctr"/>
            <a:r>
              <a:rPr sz="4800" lang="en-US">
                <a:sym typeface="+mn-ea"/>
              </a:rPr>
              <a:t>Components of linux OS</a:t>
            </a:r>
            <a:endParaRPr sz="4800" lang="en-US">
              <a:sym typeface="+mn-ea"/>
            </a:endParaRPr>
          </a:p>
        </p:txBody>
      </p:sp>
      <p:sp>
        <p:nvSpPr>
          <p:cNvPr id="1048598" name="Content Placeholder 2"/>
          <p:cNvSpPr>
            <a:spLocks noGrp="1"/>
          </p:cNvSpPr>
          <p:nvPr>
            <p:ph idx="1"/>
          </p:nvPr>
        </p:nvSpPr>
        <p:spPr>
          <a:xfrm>
            <a:off x="647700" y="1515110"/>
            <a:ext cx="10515600" cy="4662170"/>
          </a:xfrm>
        </p:spPr>
        <p:txBody>
          <a:bodyPr/>
          <a:p>
            <a:pPr indent="0" marL="0">
              <a:lnSpc>
                <a:spcPct val="150000"/>
              </a:lnSpc>
              <a:buNone/>
            </a:pPr>
            <a:r>
              <a:rPr lang="en-US"/>
              <a:t>Linux Operating System has primarily three components:</a:t>
            </a:r>
            <a:endParaRPr lang="en-US"/>
          </a:p>
          <a:p>
            <a:pPr>
              <a:lnSpc>
                <a:spcPct val="150000"/>
              </a:lnSpc>
            </a:pPr>
            <a:r>
              <a:rPr b="1" lang="en-US">
                <a:solidFill>
                  <a:schemeClr val="tx1"/>
                </a:solidFill>
                <a:effectLst>
                  <a:outerShdw algn="tl" blurRad="38100" dir="2700000" dist="19050" rotWithShape="0">
                    <a:schemeClr val="dk1">
                      <a:alpha val="40000"/>
                    </a:schemeClr>
                  </a:outerShdw>
                </a:effectLst>
              </a:rPr>
              <a:t>Kenel:</a:t>
            </a:r>
            <a:r>
              <a:rPr lang="en-US"/>
              <a:t> Is the core part of Linux. It is responsible for all major activities of this operating system.  Kernel provides the required abstraction to hide low level hardware details to system or application programs.</a:t>
            </a:r>
            <a:endParaRPr lang="en-US"/>
          </a:p>
          <a:p>
            <a:pPr>
              <a:lnSpc>
                <a:spcPct val="150000"/>
              </a:lnSpc>
            </a:pPr>
            <a:r>
              <a:rPr b="1" lang="en-US">
                <a:solidFill>
                  <a:schemeClr val="tx1"/>
                </a:solidFill>
                <a:effectLst>
                  <a:outerShdw algn="tl" blurRad="38100" dir="2700000" dist="19050" rotWithShape="0">
                    <a:schemeClr val="dk1">
                      <a:alpha val="40000"/>
                    </a:schemeClr>
                  </a:outerShdw>
                </a:effectLst>
              </a:rPr>
              <a:t>System libraries:</a:t>
            </a:r>
            <a:r>
              <a:rPr lang="en-US"/>
              <a:t> Are special functions or programs using which application programs or system utilities accesses Kernel's features. </a:t>
            </a:r>
            <a:endParaRPr lang="en-US"/>
          </a:p>
          <a:p>
            <a:pPr>
              <a:lnSpc>
                <a:spcPct val="150000"/>
              </a:lnSpc>
            </a:pPr>
            <a:r>
              <a:rPr b="1" lang="en-US">
                <a:solidFill>
                  <a:schemeClr val="tx1"/>
                </a:solidFill>
                <a:effectLst>
                  <a:outerShdw algn="tl" blurRad="38100" dir="2700000" dist="19050" rotWithShape="0">
                    <a:schemeClr val="dk1">
                      <a:alpha val="40000"/>
                    </a:schemeClr>
                  </a:outerShdw>
                </a:effectLst>
              </a:rPr>
              <a:t>System Utility:</a:t>
            </a:r>
            <a:r>
              <a:rPr lang="en-US"/>
              <a:t> Programs are responsible for doing specialized, individual level tasks.</a:t>
            </a:r>
            <a:endParaRPr lang="en-US"/>
          </a:p>
          <a:p>
            <a:pPr indent="0" marL="0">
              <a:lnSpc>
                <a:spcPct val="150000"/>
              </a:lnSpc>
              <a:buNone/>
            </a:pPr>
            <a:r>
              <a:rPr lang="en-US"/>
              <a:t> Other Scholars describe the linux components as being 4. Adding Hardware to the above list.</a:t>
            </a:r>
            <a:endParaRPr lang="en-US"/>
          </a:p>
          <a:p>
            <a:pPr indent="0" marL="0">
              <a:buNone/>
            </a:pPr>
            <a:endParaRPr lang="en-US"/>
          </a:p>
          <a:p>
            <a:endParaRPr lang="en-US"/>
          </a:p>
          <a:p>
            <a:pPr indent="0" marL="0">
              <a:buNone/>
            </a:pP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p:grpSpPr>
      <p:sp>
        <p:nvSpPr>
          <p:cNvPr id="1048593" name="Title 1"/>
          <p:cNvSpPr>
            <a:spLocks noGrp="1"/>
          </p:cNvSpPr>
          <p:nvPr>
            <p:ph type="title"/>
          </p:nvPr>
        </p:nvSpPr>
        <p:spPr>
          <a:xfrm>
            <a:off x="647700" y="258445"/>
            <a:ext cx="10515600" cy="833120"/>
          </a:xfrm>
        </p:spPr>
        <p:txBody>
          <a:bodyPr>
            <a:normAutofit fontScale="90000"/>
          </a:bodyPr>
          <a:p>
            <a:pPr algn="ctr"/>
            <a:r>
              <a:rPr sz="4800" lang="en-US">
                <a:sym typeface="+mn-ea"/>
              </a:rPr>
              <a:t>Basic features of Linux OS</a:t>
            </a:r>
            <a:br>
              <a:rPr lang="en-US"/>
            </a:br>
            <a:endParaRPr lang="en-US"/>
          </a:p>
        </p:txBody>
      </p:sp>
      <p:sp>
        <p:nvSpPr>
          <p:cNvPr id="1048594" name="Content Placeholder 2"/>
          <p:cNvSpPr>
            <a:spLocks noGrp="1"/>
          </p:cNvSpPr>
          <p:nvPr>
            <p:ph idx="1"/>
          </p:nvPr>
        </p:nvSpPr>
        <p:spPr>
          <a:xfrm>
            <a:off x="647700" y="1263650"/>
            <a:ext cx="10515600" cy="5303520"/>
          </a:xfrm>
        </p:spPr>
        <p:txBody>
          <a:bodyPr>
            <a:noAutofit/>
          </a:bodyPr>
          <a:p>
            <a:pPr>
              <a:lnSpc>
                <a:spcPct val="150000"/>
              </a:lnSpc>
            </a:pPr>
            <a:r>
              <a:rPr sz="2400" lang="en-US">
                <a:solidFill>
                  <a:schemeClr val="tx1"/>
                </a:solidFill>
                <a:effectLst>
                  <a:outerShdw algn="tl" blurRad="38100" dir="2700000" dist="19050" rotWithShape="0">
                    <a:schemeClr val="dk1">
                      <a:alpha val="40000"/>
                    </a:schemeClr>
                  </a:outerShdw>
                </a:effectLst>
              </a:rPr>
              <a:t>Portable Environment</a:t>
            </a:r>
            <a:r>
              <a:rPr sz="2400" lang="en-US"/>
              <a:t> : </a:t>
            </a:r>
            <a:r>
              <a:rPr sz="2400" lang="en-US">
                <a:sym typeface="+mn-ea"/>
              </a:rPr>
              <a:t>Linux software operates flawlessly on a variety of hardware platforms.</a:t>
            </a:r>
            <a:endParaRPr sz="2400" lang="en-US"/>
          </a:p>
          <a:p>
            <a:pPr>
              <a:lnSpc>
                <a:spcPct val="150000"/>
              </a:lnSpc>
            </a:pPr>
            <a:r>
              <a:rPr sz="2400" lang="en-US">
                <a:solidFill>
                  <a:schemeClr val="tx1"/>
                </a:solidFill>
                <a:effectLst>
                  <a:outerShdw algn="tl" blurRad="38100" dir="2700000" dist="19050" rotWithShape="0">
                    <a:schemeClr val="dk1">
                      <a:alpha val="40000"/>
                    </a:schemeClr>
                  </a:outerShdw>
                </a:effectLst>
              </a:rPr>
              <a:t>Free and Open-Source</a:t>
            </a:r>
            <a:r>
              <a:rPr sz="2400" lang="en-US"/>
              <a:t> : </a:t>
            </a:r>
            <a:r>
              <a:rPr sz="2400" lang="en-US">
                <a:sym typeface="+mn-ea"/>
              </a:rPr>
              <a:t>Its source code is available for anybody to use and alter. </a:t>
            </a:r>
            <a:endParaRPr sz="2400" lang="en-US"/>
          </a:p>
          <a:p>
            <a:pPr>
              <a:lnSpc>
                <a:spcPct val="150000"/>
              </a:lnSpc>
            </a:pPr>
            <a:r>
              <a:rPr sz="2400" lang="en-US">
                <a:solidFill>
                  <a:schemeClr val="tx1"/>
                </a:solidFill>
                <a:effectLst>
                  <a:outerShdw algn="tl" blurRad="38100" dir="2700000" dist="19050" rotWithShape="0">
                    <a:schemeClr val="dk1">
                      <a:alpha val="40000"/>
                    </a:schemeClr>
                  </a:outerShdw>
                </a:effectLst>
              </a:rPr>
              <a:t>Shell/ Command-line Interface:</a:t>
            </a:r>
            <a:r>
              <a:rPr sz="2400" lang="en-US"/>
              <a:t> </a:t>
            </a:r>
            <a:r>
              <a:rPr sz="2400" lang="en-US">
                <a:sym typeface="+mn-ea"/>
              </a:rPr>
              <a:t>The Linux system includes essential programs that users can utilize in order to issue commands to the operating system for executing the design flawlessly.</a:t>
            </a:r>
            <a:endParaRPr sz="2400" lang="en-US"/>
          </a:p>
          <a:p>
            <a:pPr>
              <a:lnSpc>
                <a:spcPct val="150000"/>
              </a:lnSpc>
            </a:pPr>
            <a:r>
              <a:rPr sz="2400" lang="en-US">
                <a:solidFill>
                  <a:schemeClr val="tx1"/>
                </a:solidFill>
                <a:effectLst>
                  <a:outerShdw algn="tl" blurRad="38100" dir="2700000" dist="19050" rotWithShape="0">
                    <a:schemeClr val="dk1">
                      <a:alpha val="40000"/>
                    </a:schemeClr>
                  </a:outerShdw>
                </a:effectLst>
              </a:rPr>
              <a:t>End-to-end encryption:</a:t>
            </a:r>
            <a:r>
              <a:rPr sz="2400" lang="en-US"/>
              <a:t>  Authentication can help you keep your data protected. Before you may access some critical files, the Linux Operating System requires you to enter a password.</a:t>
            </a:r>
            <a:endParaRPr sz="2400" lang="en-US"/>
          </a:p>
          <a:p>
            <a:endParaRPr sz="240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8" name=""/>
        <p:cNvGrpSpPr/>
        <p:nvPr/>
      </p:nvGrpSpPr>
      <p:grpSpPr>
        <a:xfrm/>
      </p:grpSpPr>
      <p:sp>
        <p:nvSpPr>
          <p:cNvPr id="1048589" name="Title 1"/>
          <p:cNvSpPr>
            <a:spLocks noGrp="1"/>
          </p:cNvSpPr>
          <p:nvPr>
            <p:ph type="title"/>
          </p:nvPr>
        </p:nvSpPr>
        <p:spPr/>
        <p:txBody>
          <a:bodyPr/>
          <a:p>
            <a:pPr algn="ctr"/>
            <a:r>
              <a:rPr sz="4800" lang="en-US">
                <a:sym typeface="+mn-ea"/>
              </a:rPr>
              <a:t>Basic features of Linux OS ....</a:t>
            </a:r>
            <a:endParaRPr sz="4800" lang="en-US">
              <a:sym typeface="+mn-ea"/>
            </a:endParaRPr>
          </a:p>
        </p:txBody>
      </p:sp>
      <p:sp>
        <p:nvSpPr>
          <p:cNvPr id="1048590" name="Content Placeholder 2"/>
          <p:cNvSpPr>
            <a:spLocks noGrp="1"/>
          </p:cNvSpPr>
          <p:nvPr>
            <p:ph idx="1"/>
          </p:nvPr>
        </p:nvSpPr>
        <p:spPr>
          <a:xfrm>
            <a:off x="647700" y="1292860"/>
            <a:ext cx="10515600" cy="4884420"/>
          </a:xfrm>
        </p:spPr>
        <p:txBody>
          <a:bodyPr>
            <a:noAutofit/>
          </a:bodyPr>
          <a:p>
            <a:pPr>
              <a:lnSpc>
                <a:spcPct val="150000"/>
              </a:lnSpc>
            </a:pPr>
            <a:r>
              <a:rPr sz="1800" lang="en-US">
                <a:solidFill>
                  <a:schemeClr val="tx1"/>
                </a:solidFill>
                <a:effectLst>
                  <a:outerShdw algn="tl" blurRad="38100" dir="2700000" dist="19050" rotWithShape="0">
                    <a:schemeClr val="dk1">
                      <a:alpha val="40000"/>
                    </a:schemeClr>
                  </a:outerShdw>
                </a:effectLst>
                <a:sym typeface="+mn-ea"/>
              </a:rPr>
              <a:t>Graphical User Interface (GUI):</a:t>
            </a:r>
            <a:r>
              <a:rPr sz="1800" lang="en-US">
                <a:sym typeface="+mn-ea"/>
              </a:rPr>
              <a:t> Linux Operating System comes with Graphical User Interface (GUI) abilities in the same way you can with Windows. Configure Keyboards into Different Languages</a:t>
            </a:r>
            <a:endParaRPr sz="1800" lang="en-US">
              <a:sym typeface="+mn-ea"/>
            </a:endParaRPr>
          </a:p>
          <a:p>
            <a:pPr>
              <a:lnSpc>
                <a:spcPct val="150000"/>
              </a:lnSpc>
            </a:pPr>
            <a:r>
              <a:rPr sz="1800" lang="en-US">
                <a:solidFill>
                  <a:schemeClr val="tx1"/>
                </a:solidFill>
                <a:effectLst>
                  <a:outerShdw algn="tl" blurRad="38100" dir="2700000" dist="19050" rotWithShape="0">
                    <a:schemeClr val="dk1">
                      <a:alpha val="40000"/>
                    </a:schemeClr>
                  </a:outerShdw>
                </a:effectLst>
                <a:sym typeface="+mn-ea"/>
              </a:rPr>
              <a:t>LUI /CLI: </a:t>
            </a:r>
            <a:r>
              <a:rPr sz="1800" lang="en-US">
                <a:sym typeface="+mn-ea"/>
              </a:rPr>
              <a:t>Line user interface /Command line user interface is the interaction portal between the user and the OS.</a:t>
            </a:r>
            <a:endParaRPr sz="1800" lang="en-US"/>
          </a:p>
          <a:p>
            <a:pPr>
              <a:lnSpc>
                <a:spcPct val="150000"/>
              </a:lnSpc>
            </a:pPr>
            <a:r>
              <a:rPr sz="1800" lang="en-US">
                <a:solidFill>
                  <a:schemeClr val="tx1"/>
                </a:solidFill>
                <a:effectLst>
                  <a:outerShdw algn="tl" blurRad="38100" dir="2700000" dist="19050" rotWithShape="0">
                    <a:schemeClr val="dk1">
                      <a:alpha val="40000"/>
                    </a:schemeClr>
                  </a:outerShdw>
                </a:effectLst>
                <a:sym typeface="+mn-ea"/>
              </a:rPr>
              <a:t>Frequent New Updates:</a:t>
            </a:r>
            <a:r>
              <a:rPr sz="1800" lang="en-US">
                <a:sym typeface="+mn-ea"/>
              </a:rPr>
              <a:t> Software updates are controlled by the users in Linux. </a:t>
            </a:r>
            <a:endParaRPr sz="1800" lang="en-US"/>
          </a:p>
          <a:p>
            <a:pPr>
              <a:lnSpc>
                <a:spcPct val="150000"/>
              </a:lnSpc>
            </a:pPr>
            <a:r>
              <a:rPr sz="1800" lang="en-US">
                <a:solidFill>
                  <a:schemeClr val="tx1"/>
                </a:solidFill>
                <a:effectLst>
                  <a:outerShdw algn="tl" blurRad="38100" dir="2700000" dist="19050" rotWithShape="0">
                    <a:schemeClr val="dk1">
                      <a:alpha val="40000"/>
                    </a:schemeClr>
                  </a:outerShdw>
                </a:effectLst>
                <a:sym typeface="+mn-ea"/>
              </a:rPr>
              <a:t>Lightweight Infrastructure:</a:t>
            </a:r>
            <a:r>
              <a:rPr sz="1800" lang="en-US">
                <a:sym typeface="+mn-ea"/>
              </a:rPr>
              <a:t> Linux is a highly lightweight operating system. Linux has far fewer prerequisites than any other operating system, has a smaller memory footprint, and uses less storage spaceExtremely Flexible</a:t>
            </a:r>
            <a:endParaRPr sz="1800" lang="en-US"/>
          </a:p>
          <a:p>
            <a:pPr>
              <a:lnSpc>
                <a:spcPct val="150000"/>
              </a:lnSpc>
            </a:pPr>
            <a:r>
              <a:rPr sz="1800" lang="en-US">
                <a:solidFill>
                  <a:schemeClr val="tx1"/>
                </a:solidFill>
                <a:effectLst>
                  <a:outerShdw algn="tl" blurRad="38100" dir="2700000" dist="19050" rotWithShape="0">
                    <a:schemeClr val="dk1">
                      <a:alpha val="40000"/>
                    </a:schemeClr>
                  </a:outerShdw>
                </a:effectLst>
                <a:sym typeface="+mn-ea"/>
              </a:rPr>
              <a:t>Best For Developers:</a:t>
            </a:r>
            <a:r>
              <a:rPr sz="1800" lang="en-US">
                <a:sym typeface="+mn-ea"/>
              </a:rPr>
              <a:t> Linux supports nearly every popular programming language, including C/C++, Java, Python, Ruby, etc. Furthermore, it provides a wide range of development-related applications.</a:t>
            </a:r>
            <a:endParaRPr sz="1800" lang="en-US"/>
          </a:p>
          <a:p>
            <a:pPr>
              <a:buNone/>
            </a:pPr>
            <a:endParaRPr sz="180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p:grpSpPr>
      <p:sp>
        <p:nvSpPr>
          <p:cNvPr id="1048586" name="Title 1"/>
          <p:cNvSpPr>
            <a:spLocks noGrp="1"/>
          </p:cNvSpPr>
          <p:nvPr>
            <p:ph type="title"/>
          </p:nvPr>
        </p:nvSpPr>
        <p:spPr>
          <a:xfrm>
            <a:off x="647700" y="258445"/>
            <a:ext cx="10515600" cy="1014730"/>
          </a:xfrm>
        </p:spPr>
        <p:txBody>
          <a:bodyPr/>
          <a:p>
            <a:pPr algn="ctr"/>
            <a:r>
              <a:rPr sz="4800" lang="en-US">
                <a:sym typeface="+mn-ea"/>
              </a:rPr>
              <a:t>The Linux OS architecture</a:t>
            </a:r>
            <a:endParaRPr sz="4800" lang="en-US">
              <a:sym typeface="+mn-ea"/>
            </a:endParaRPr>
          </a:p>
        </p:txBody>
      </p:sp>
      <p:pic>
        <p:nvPicPr>
          <p:cNvPr id="2097152" name="Content Placeholder 3" descr="linux"/>
          <p:cNvPicPr>
            <a:picLocks noChangeAspect="1"/>
          </p:cNvPicPr>
          <p:nvPr>
            <p:ph idx="1"/>
          </p:nvPr>
        </p:nvPicPr>
        <p:blipFill>
          <a:blip xmlns:r="http://schemas.openxmlformats.org/officeDocument/2006/relationships" r:embed="rId1"/>
          <a:stretch>
            <a:fillRect/>
          </a:stretch>
        </p:blipFill>
        <p:spPr>
          <a:xfrm>
            <a:off x="2189480" y="1065530"/>
            <a:ext cx="6135370" cy="5661660"/>
          </a:xfrm>
          <a:prstGeom prst="rec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7" name=""/>
        <p:cNvGrpSpPr/>
        <p:nvPr/>
      </p:nvGrpSpPr>
      <p:grpSpPr>
        <a:xfrm/>
      </p:grpSpPr>
      <p:sp>
        <p:nvSpPr>
          <p:cNvPr id="1048587" name="Title 1"/>
          <p:cNvSpPr>
            <a:spLocks noGrp="1"/>
          </p:cNvSpPr>
          <p:nvPr>
            <p:ph type="title"/>
          </p:nvPr>
        </p:nvSpPr>
        <p:spPr/>
        <p:txBody>
          <a:bodyPr/>
          <a:p>
            <a:pPr algn="ctr"/>
            <a:r>
              <a:rPr sz="4800" lang="en-US">
                <a:sym typeface="+mn-ea"/>
              </a:rPr>
              <a:t>The Linux OS architecture</a:t>
            </a:r>
            <a:br>
              <a:rPr lang="en-US">
                <a:sym typeface="+mn-ea"/>
              </a:rPr>
            </a:br>
            <a:endParaRPr lang="en-US"/>
          </a:p>
        </p:txBody>
      </p:sp>
      <p:sp>
        <p:nvSpPr>
          <p:cNvPr id="1048588" name="Content Placeholder 2"/>
          <p:cNvSpPr>
            <a:spLocks noGrp="1"/>
          </p:cNvSpPr>
          <p:nvPr>
            <p:ph idx="1"/>
          </p:nvPr>
        </p:nvSpPr>
        <p:spPr>
          <a:xfrm>
            <a:off x="647700" y="1126490"/>
            <a:ext cx="10515600" cy="5050790"/>
          </a:xfrm>
        </p:spPr>
        <p:txBody>
          <a:bodyPr>
            <a:noAutofit/>
          </a:bodyPr>
          <a:p>
            <a:pPr>
              <a:lnSpc>
                <a:spcPct val="200000"/>
              </a:lnSpc>
            </a:pPr>
            <a:r>
              <a:rPr b="1" sz="1800" lang="en-US">
                <a:sym typeface="+mn-ea"/>
              </a:rPr>
              <a:t> Hardware</a:t>
            </a:r>
            <a:r>
              <a:rPr sz="1800" lang="en-US">
                <a:sym typeface="+mn-ea"/>
              </a:rPr>
              <a:t> − Hardware consists of all physical devices attached to the System. For example: Hard disk drive, RAM, Motherboard, CPU etc.</a:t>
            </a:r>
            <a:endParaRPr sz="1800" lang="en-US"/>
          </a:p>
          <a:p>
            <a:pPr>
              <a:lnSpc>
                <a:spcPct val="200000"/>
              </a:lnSpc>
            </a:pPr>
            <a:r>
              <a:rPr sz="1800" lang="en-US">
                <a:sym typeface="+mn-ea"/>
              </a:rPr>
              <a:t> </a:t>
            </a:r>
            <a:r>
              <a:rPr b="1" sz="1800" lang="en-US">
                <a:sym typeface="+mn-ea"/>
              </a:rPr>
              <a:t>Kernel</a:t>
            </a:r>
            <a:r>
              <a:rPr sz="1800" lang="en-US">
                <a:sym typeface="+mn-ea"/>
              </a:rPr>
              <a:t> − Kernel is the core component for any (Linux) operating system which directly interacts with the hardware.</a:t>
            </a:r>
            <a:endParaRPr sz="1800" lang="en-US"/>
          </a:p>
          <a:p>
            <a:pPr>
              <a:lnSpc>
                <a:spcPct val="200000"/>
              </a:lnSpc>
            </a:pPr>
            <a:r>
              <a:rPr sz="1800" lang="en-US">
                <a:sym typeface="+mn-ea"/>
              </a:rPr>
              <a:t> </a:t>
            </a:r>
            <a:r>
              <a:rPr b="1" sz="1800" lang="en-US">
                <a:sym typeface="+mn-ea"/>
              </a:rPr>
              <a:t>Shell</a:t>
            </a:r>
            <a:r>
              <a:rPr sz="1800" lang="en-US">
                <a:sym typeface="+mn-ea"/>
              </a:rPr>
              <a:t> − Shell is the interface which takes input from Users and sends instructions to the Kernel, Also takes the output from Kernel and send the result back to output shell.</a:t>
            </a:r>
            <a:endParaRPr sz="1800" lang="en-US"/>
          </a:p>
          <a:p>
            <a:pPr>
              <a:lnSpc>
                <a:spcPct val="200000"/>
              </a:lnSpc>
            </a:pPr>
            <a:r>
              <a:rPr sz="1800" lang="en-US">
                <a:sym typeface="+mn-ea"/>
              </a:rPr>
              <a:t> </a:t>
            </a:r>
            <a:r>
              <a:rPr b="1" sz="1800" lang="en-US">
                <a:sym typeface="+mn-ea"/>
              </a:rPr>
              <a:t>Applications </a:t>
            </a:r>
            <a:r>
              <a:rPr sz="1800" lang="en-US">
                <a:sym typeface="+mn-ea"/>
              </a:rPr>
              <a:t>− These are the utility programs which runs on Shell. This can be any application like Your web browser, media player, text editor etc. </a:t>
            </a:r>
            <a:endParaRPr sz="1800" lang="en-US"/>
          </a:p>
          <a:p>
            <a:endParaRPr sz="1800"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9" name=""/>
        <p:cNvGrpSpPr/>
        <p:nvPr/>
      </p:nvGrpSpPr>
      <p:grpSpPr>
        <a:xfrm/>
      </p:grpSpPr>
      <p:sp>
        <p:nvSpPr>
          <p:cNvPr id="1048591" name="Title 1"/>
          <p:cNvSpPr>
            <a:spLocks noGrp="1"/>
          </p:cNvSpPr>
          <p:nvPr>
            <p:ph type="title"/>
          </p:nvPr>
        </p:nvSpPr>
        <p:spPr>
          <a:xfrm>
            <a:off x="647700" y="258445"/>
            <a:ext cx="10515600" cy="921385"/>
          </a:xfrm>
        </p:spPr>
        <p:txBody>
          <a:bodyPr/>
          <a:p>
            <a:pPr algn="ctr"/>
            <a:r>
              <a:rPr sz="4800" lang="en-US">
                <a:sym typeface="+mn-ea"/>
              </a:rPr>
              <a:t>Linux OS Distributions</a:t>
            </a:r>
            <a:endParaRPr sz="4800" lang="en-US">
              <a:sym typeface="+mn-ea"/>
            </a:endParaRPr>
          </a:p>
        </p:txBody>
      </p:sp>
      <p:sp>
        <p:nvSpPr>
          <p:cNvPr id="1048592" name="Content Placeholder 2"/>
          <p:cNvSpPr>
            <a:spLocks noGrp="1"/>
          </p:cNvSpPr>
          <p:nvPr>
            <p:ph idx="1"/>
          </p:nvPr>
        </p:nvSpPr>
        <p:spPr>
          <a:xfrm>
            <a:off x="647700" y="1031240"/>
            <a:ext cx="10515600" cy="5146040"/>
          </a:xfrm>
        </p:spPr>
        <p:txBody>
          <a:bodyPr>
            <a:normAutofit lnSpcReduction="10000"/>
          </a:bodyPr>
          <a:p>
            <a:pPr algn="l" indent="0" marL="0">
              <a:buNone/>
            </a:pPr>
            <a:r>
              <a:rPr sz="2400" lang="en-US"/>
              <a:t>Linux distribution: Is an operating system that is made up of a collection of software based on Linux kernel.</a:t>
            </a:r>
            <a:endParaRPr sz="2400" lang="en-US"/>
          </a:p>
          <a:p>
            <a:pPr algn="ctr" indent="0" marL="0">
              <a:buNone/>
            </a:pPr>
            <a:r>
              <a:rPr sz="2400" lang="en-US"/>
              <a:t> or</a:t>
            </a:r>
            <a:endParaRPr sz="2400" lang="en-US"/>
          </a:p>
          <a:p>
            <a:pPr algn="l" indent="0" marL="0">
              <a:buNone/>
            </a:pPr>
            <a:r>
              <a:rPr sz="2400" lang="en-US"/>
              <a:t> We can say a distribution (Distro) ia an OS that contains the Linux kernel and supporting libraries and software.</a:t>
            </a:r>
            <a:endParaRPr sz="2400" lang="en-US"/>
          </a:p>
          <a:p>
            <a:pPr algn="l" indent="0" marL="0">
              <a:buNone/>
            </a:pPr>
            <a:r>
              <a:rPr sz="2400" lang="en-US"/>
              <a:t>Linux Distros:</a:t>
            </a:r>
            <a:endParaRPr sz="2400" lang="en-US"/>
          </a:p>
          <a:p>
            <a:pPr algn="l" indent="-457200" marL="457200">
              <a:buFont typeface="+mj-lt"/>
              <a:buAutoNum type="arabicPeriod"/>
            </a:pPr>
            <a:r>
              <a:rPr sz="2400" lang="en-US"/>
              <a:t>Ubuntu:</a:t>
            </a:r>
            <a:endParaRPr sz="2400" lang="en-US"/>
          </a:p>
          <a:p>
            <a:pPr algn="l" indent="-457200" marL="457200">
              <a:buFont typeface="+mj-lt"/>
              <a:buAutoNum type="arabicPeriod"/>
            </a:pPr>
            <a:r>
              <a:rPr sz="2400" lang="en-US"/>
              <a:t>Fedora</a:t>
            </a:r>
            <a:endParaRPr sz="2400" lang="en-US"/>
          </a:p>
          <a:p>
            <a:pPr algn="l" indent="-457200" marL="457200">
              <a:buFont typeface="+mj-lt"/>
              <a:buAutoNum type="arabicPeriod"/>
            </a:pPr>
            <a:r>
              <a:rPr sz="2400" lang="en-US"/>
              <a:t>Linux Mint</a:t>
            </a:r>
            <a:endParaRPr sz="2400" lang="en-US"/>
          </a:p>
          <a:p>
            <a:pPr algn="l" indent="-457200" marL="457200">
              <a:buFont typeface="+mj-lt"/>
              <a:buAutoNum type="arabicPeriod"/>
            </a:pPr>
            <a:r>
              <a:rPr sz="2400" lang="en-US"/>
              <a:t>OpenSUSE</a:t>
            </a:r>
            <a:endParaRPr sz="2400" lang="en-US"/>
          </a:p>
          <a:p>
            <a:pPr algn="l" indent="-457200" marL="457200">
              <a:buFont typeface="+mj-lt"/>
              <a:buAutoNum type="arabicPeriod"/>
            </a:pPr>
            <a:r>
              <a:rPr sz="2400" lang="en-US"/>
              <a:t>Debian</a:t>
            </a:r>
            <a:endParaRPr sz="2400" lang="en-US"/>
          </a:p>
          <a:p>
            <a:pPr algn="l" indent="-457200" marL="457200">
              <a:buFont typeface="+mj-lt"/>
              <a:buAutoNum type="arabicPeriod"/>
            </a:pPr>
            <a:r>
              <a:rPr sz="2400" lang="en-US"/>
              <a:t>CentOS</a:t>
            </a:r>
            <a:endParaRPr sz="2400"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p:grpSpPr>
      <p:sp>
        <p:nvSpPr>
          <p:cNvPr id="1048595" name="Title 1"/>
          <p:cNvSpPr>
            <a:spLocks noGrp="1"/>
          </p:cNvSpPr>
          <p:nvPr>
            <p:ph type="title"/>
          </p:nvPr>
        </p:nvSpPr>
        <p:spPr/>
        <p:txBody>
          <a:bodyPr/>
          <a:p>
            <a:pPr algn="ctr"/>
            <a:r>
              <a:rPr sz="4800" lang="en-US"/>
              <a:t>Related readings:</a:t>
            </a:r>
            <a:endParaRPr sz="4800" lang="en-US"/>
          </a:p>
        </p:txBody>
      </p:sp>
      <p:sp>
        <p:nvSpPr>
          <p:cNvPr id="1048596" name="Content Placeholder 2"/>
          <p:cNvSpPr>
            <a:spLocks noGrp="1"/>
          </p:cNvSpPr>
          <p:nvPr>
            <p:ph idx="1"/>
          </p:nvPr>
        </p:nvSpPr>
        <p:spPr/>
        <p:txBody>
          <a:bodyPr>
            <a:normAutofit/>
          </a:bodyPr>
          <a:p>
            <a:pPr>
              <a:lnSpc>
                <a:spcPct val="150000"/>
              </a:lnSpc>
            </a:pPr>
            <a:r>
              <a:rPr sz="2800" lang="en-US">
                <a:solidFill>
                  <a:schemeClr val="accent1"/>
                </a:solidFill>
                <a:effectLst>
                  <a:outerShdw algn="ctr" blurRad="38100" dir="5400000" dist="25400" rotWithShape="0">
                    <a:srgbClr val="6E747A">
                      <a:alpha val="43000"/>
                    </a:srgbClr>
                  </a:outerShdw>
                </a:effectLst>
              </a:rPr>
              <a:t>https://www.linux.org</a:t>
            </a:r>
            <a:endParaRPr sz="2800" lang="en-US">
              <a:solidFill>
                <a:schemeClr val="accent1"/>
              </a:solidFill>
              <a:effectLst>
                <a:outerShdw algn="ctr" blurRad="38100" dir="5400000" dist="25400" rotWithShape="0">
                  <a:srgbClr val="6E747A">
                    <a:alpha val="43000"/>
                  </a:srgbClr>
                </a:outerShdw>
              </a:effectLst>
            </a:endParaRPr>
          </a:p>
          <a:p>
            <a:pPr>
              <a:lnSpc>
                <a:spcPct val="150000"/>
              </a:lnSpc>
            </a:pPr>
            <a:r>
              <a:rPr sz="2800" lang="en-US">
                <a:solidFill>
                  <a:schemeClr val="accent1"/>
                </a:solidFill>
                <a:effectLst>
                  <a:outerShdw algn="ctr" blurRad="38100" dir="5400000" dist="25400" rotWithShape="0">
                    <a:srgbClr val="6E747A">
                      <a:alpha val="43000"/>
                    </a:srgbClr>
                  </a:outerShdw>
                </a:effectLst>
              </a:rPr>
              <a:t>https://www.unixmen.com/list-top-linux-distributions/</a:t>
            </a:r>
            <a:endParaRPr sz="2800" lang="en-US">
              <a:solidFill>
                <a:schemeClr val="accent1"/>
              </a:solidFill>
              <a:effectLst>
                <a:outerShdw algn="ctr" blurRad="38100" dir="5400000" dist="25400" rotWithShape="0">
                  <a:srgbClr val="6E747A">
                    <a:alpha val="43000"/>
                  </a:srgbClr>
                </a:outerShdw>
              </a:effectLst>
            </a:endParaRPr>
          </a:p>
          <a:p>
            <a:pPr>
              <a:lnSpc>
                <a:spcPct val="150000"/>
              </a:lnSpc>
            </a:pPr>
            <a:r>
              <a:rPr sz="2800" lang="en-US">
                <a:solidFill>
                  <a:schemeClr val="accent1"/>
                </a:solidFill>
                <a:effectLst>
                  <a:outerShdw algn="ctr" blurRad="38100" dir="5400000" dist="25400" rotWithShape="0">
                    <a:srgbClr val="6E747A">
                      <a:alpha val="43000"/>
                    </a:srgbClr>
                  </a:outerShdw>
                </a:effectLst>
              </a:rPr>
              <a:t>https://distrowatch.com/dwres.php?resource=major</a:t>
            </a:r>
            <a:endParaRPr sz="2800" lang="en-US">
              <a:solidFill>
                <a:schemeClr val="accent1"/>
              </a:solidFill>
              <a:effectLst>
                <a:outerShdw algn="ctr" blurRad="38100" dir="5400000" dist="25400" rotWithShape="0">
                  <a:srgbClr val="6E747A">
                    <a:alpha val="43000"/>
                  </a:srgbClr>
                </a:outerShdw>
              </a:effectLst>
            </a:endParaRPr>
          </a:p>
          <a:p>
            <a:pPr>
              <a:lnSpc>
                <a:spcPct val="150000"/>
              </a:lnSpc>
            </a:pPr>
            <a:r>
              <a:rPr sz="2800" lang="en-US">
                <a:solidFill>
                  <a:schemeClr val="accent1"/>
                </a:solidFill>
                <a:effectLst>
                  <a:outerShdw algn="ctr" blurRad="38100" dir="5400000" dist="25400" rotWithShape="0">
                    <a:srgbClr val="6E747A">
                      <a:alpha val="43000"/>
                    </a:srgbClr>
                  </a:outerShdw>
                </a:effectLst>
              </a:rPr>
              <a:t>https://www.javatpoint.com/architecture-of-linux</a:t>
            </a:r>
            <a:endParaRPr sz="2800" lang="en-US">
              <a:solidFill>
                <a:schemeClr val="accent1"/>
              </a:solidFill>
              <a:effectLst>
                <a:outerShdw algn="ctr" blurRad="38100" dir="5400000" dist="25400" rotWithShape="0">
                  <a:srgbClr val="6E747A">
                    <a:alpha val="43000"/>
                  </a:srgbClr>
                </a:outerShdw>
              </a:effectLst>
            </a:endParaRPr>
          </a:p>
          <a:p>
            <a:pPr>
              <a:lnSpc>
                <a:spcPct val="150000"/>
              </a:lnSpc>
            </a:pPr>
            <a:r>
              <a:rPr sz="2800" lang="en-US">
                <a:solidFill>
                  <a:schemeClr val="accent1"/>
                </a:solidFill>
                <a:effectLst>
                  <a:outerShdw algn="ctr" blurRad="38100" dir="5400000" dist="25400" rotWithShape="0">
                    <a:srgbClr val="6E747A">
                      <a:alpha val="43000"/>
                    </a:srgbClr>
                  </a:outerShdw>
                </a:effectLst>
              </a:rPr>
              <a:t>https://www.tutorialspoint.com/operating_system/os_linux.htm</a:t>
            </a:r>
            <a:endParaRPr sz="2800" lang="en-US">
              <a:solidFill>
                <a:schemeClr val="accent1"/>
              </a:solidFill>
              <a:effectLst>
                <a:outerShdw algn="ctr" blurRad="38100" dir="5400000" dist="25400" rotWithShape="0">
                  <a:srgbClr val="6E747A">
                    <a:alpha val="43000"/>
                  </a:srgbClr>
                </a:outerShdw>
              </a:effectLst>
            </a:endParaRPr>
          </a:p>
          <a:p>
            <a:r>
              <a:rPr sz="2800" lang="en-US">
                <a:solidFill>
                  <a:schemeClr val="accent1"/>
                </a:solidFill>
                <a:effectLst>
                  <a:outerShdw algn="ctr" blurRad="38100" dir="5400000" dist="25400" rotWithShape="0">
                    <a:srgbClr val="6E747A">
                      <a:alpha val="43000"/>
                    </a:srgbClr>
                  </a:outerShdw>
                </a:effectLst>
              </a:rPr>
              <a:t>https://www.techtarget.com/searchdatacenter/definition/Linux-operating-system</a:t>
            </a:r>
            <a:endParaRPr sz="2800" lang="en-US">
              <a:solidFill>
                <a:schemeClr val="accent1"/>
              </a:solidFill>
              <a:effectLst>
                <a:outerShdw algn="ctr" blurRad="38100" dir="5400000" dist="25400" rotWithShape="0">
                  <a:srgbClr val="6E747A">
                    <a:alpha val="43000"/>
                  </a:srgbClr>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Presentation</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SM-A045F</dc:creator>
  <cp:lastModifiedBy>kelvin</cp:lastModifiedBy>
  <dcterms:created xsi:type="dcterms:W3CDTF">2022-06-15T04:25:07Z</dcterms:created>
  <dcterms:modified xsi:type="dcterms:W3CDTF">2025-05-18T09:53:08Z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1033-11.1.0.10920</vt:lpwstr>
  </property>
  <property fmtid="{D5CDD505-2E9C-101B-9397-08002B2CF9AE}" pid="3" name="ICV">
    <vt:lpwstr>b985c1f95de541738d5950477b3ab9ae</vt:lpwstr>
  </property>
</Properties>
</file>